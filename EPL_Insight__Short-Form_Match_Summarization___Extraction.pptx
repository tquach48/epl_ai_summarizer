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7" r:id="rId4"/>
    <p:sldMasterId id="214748371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DM Sans Medium"/>
      <p:regular r:id="rId22"/>
      <p:bold r:id="rId23"/>
      <p:italic r:id="rId24"/>
      <p:boldItalic r:id="rId25"/>
    </p:embeddedFont>
    <p:embeddedFont>
      <p:font typeface="Urbanist Medium"/>
      <p:regular r:id="rId26"/>
      <p:bold r:id="rId27"/>
      <p:italic r:id="rId28"/>
      <p:boldItalic r:id="rId29"/>
    </p:embeddedFont>
    <p:embeddedFont>
      <p:font typeface="Urbanist SemiBold"/>
      <p:regular r:id="rId30"/>
      <p:bold r:id="rId31"/>
      <p:italic r:id="rId32"/>
      <p:boldItalic r:id="rId33"/>
    </p:embeddedFont>
    <p:embeddedFont>
      <p:font typeface="Urbanist"/>
      <p:regular r:id="rId34"/>
      <p:bold r:id="rId35"/>
      <p:italic r:id="rId36"/>
      <p:boldItalic r:id="rId37"/>
    </p:embeddedFont>
    <p:embeddedFont>
      <p:font typeface="Merriweather"/>
      <p:regular r:id="rId38"/>
      <p:bold r:id="rId39"/>
      <p:italic r:id="rId40"/>
      <p:boldItalic r:id="rId41"/>
    </p:embeddedFont>
    <p:embeddedFont>
      <p:font typeface="DM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italic.fntdata"/><Relationship Id="rId20" Type="http://schemas.openxmlformats.org/officeDocument/2006/relationships/slide" Target="slides/slide14.xml"/><Relationship Id="rId42" Type="http://schemas.openxmlformats.org/officeDocument/2006/relationships/font" Target="fonts/DMSans-regular.fntdata"/><Relationship Id="rId41" Type="http://schemas.openxmlformats.org/officeDocument/2006/relationships/font" Target="fonts/Merriweather-boldItalic.fntdata"/><Relationship Id="rId22" Type="http://schemas.openxmlformats.org/officeDocument/2006/relationships/font" Target="fonts/DMSansMedium-regular.fntdata"/><Relationship Id="rId44" Type="http://schemas.openxmlformats.org/officeDocument/2006/relationships/font" Target="fonts/DMSans-italic.fntdata"/><Relationship Id="rId21" Type="http://schemas.openxmlformats.org/officeDocument/2006/relationships/slide" Target="slides/slide15.xml"/><Relationship Id="rId43" Type="http://schemas.openxmlformats.org/officeDocument/2006/relationships/font" Target="fonts/DMSans-bold.fntdata"/><Relationship Id="rId24" Type="http://schemas.openxmlformats.org/officeDocument/2006/relationships/font" Target="fonts/DMSansMedium-italic.fntdata"/><Relationship Id="rId23" Type="http://schemas.openxmlformats.org/officeDocument/2006/relationships/font" Target="fonts/DMSansMedium-bold.fntdata"/><Relationship Id="rId45" Type="http://schemas.openxmlformats.org/officeDocument/2006/relationships/font" Target="fonts/DMSans-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UrbanistMedium-regular.fntdata"/><Relationship Id="rId25" Type="http://schemas.openxmlformats.org/officeDocument/2006/relationships/font" Target="fonts/DMSansMedium-boldItalic.fntdata"/><Relationship Id="rId28" Type="http://schemas.openxmlformats.org/officeDocument/2006/relationships/font" Target="fonts/UrbanistMedium-italic.fntdata"/><Relationship Id="rId27" Type="http://schemas.openxmlformats.org/officeDocument/2006/relationships/font" Target="fonts/UrbanistMedium-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UrbanistMedium-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rbanistSemiBold-bold.fntdata"/><Relationship Id="rId30" Type="http://schemas.openxmlformats.org/officeDocument/2006/relationships/font" Target="fonts/UrbanistSemiBold-regular.fntdata"/><Relationship Id="rId11" Type="http://schemas.openxmlformats.org/officeDocument/2006/relationships/slide" Target="slides/slide5.xml"/><Relationship Id="rId33" Type="http://schemas.openxmlformats.org/officeDocument/2006/relationships/font" Target="fonts/UrbanistSemiBold-boldItalic.fntdata"/><Relationship Id="rId10" Type="http://schemas.openxmlformats.org/officeDocument/2006/relationships/slide" Target="slides/slide4.xml"/><Relationship Id="rId32" Type="http://schemas.openxmlformats.org/officeDocument/2006/relationships/font" Target="fonts/UrbanistSemiBold-italic.fntdata"/><Relationship Id="rId13" Type="http://schemas.openxmlformats.org/officeDocument/2006/relationships/slide" Target="slides/slide7.xml"/><Relationship Id="rId35" Type="http://schemas.openxmlformats.org/officeDocument/2006/relationships/font" Target="fonts/Urbanist-bold.fntdata"/><Relationship Id="rId12" Type="http://schemas.openxmlformats.org/officeDocument/2006/relationships/slide" Target="slides/slide6.xml"/><Relationship Id="rId34" Type="http://schemas.openxmlformats.org/officeDocument/2006/relationships/font" Target="fonts/Urbanist-regular.fntdata"/><Relationship Id="rId15" Type="http://schemas.openxmlformats.org/officeDocument/2006/relationships/slide" Target="slides/slide9.xml"/><Relationship Id="rId37" Type="http://schemas.openxmlformats.org/officeDocument/2006/relationships/font" Target="fonts/Urbanist-boldItalic.fntdata"/><Relationship Id="rId14" Type="http://schemas.openxmlformats.org/officeDocument/2006/relationships/slide" Target="slides/slide8.xml"/><Relationship Id="rId36" Type="http://schemas.openxmlformats.org/officeDocument/2006/relationships/font" Target="fonts/Urbanist-italic.fntdata"/><Relationship Id="rId17" Type="http://schemas.openxmlformats.org/officeDocument/2006/relationships/slide" Target="slides/slide11.xml"/><Relationship Id="rId39" Type="http://schemas.openxmlformats.org/officeDocument/2006/relationships/font" Target="fonts/Merriweather-bold.fntdata"/><Relationship Id="rId16" Type="http://schemas.openxmlformats.org/officeDocument/2006/relationships/slide" Target="slides/slide10.xml"/><Relationship Id="rId38" Type="http://schemas.openxmlformats.org/officeDocument/2006/relationships/font" Target="fonts/Merriweather-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aee73ddb4c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3aee73ddb4c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aee73ddb4c_0_10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1" name="Google Shape;651;g3aee73ddb4c_0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aee73ddb4c_0_1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aee73ddb4c_0_1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aee73ddb4c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aee73ddb4c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3aee73ddb4c_0_10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3aee73ddb4c_0_10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aee73ddb4c_0_10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aee73ddb4c_0_10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aee73ddb4c_0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aee73ddb4c_0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aee73ddb4c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aee73ddb4c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aee73ddb4c_0_1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3aee73ddb4c_0_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ee73ddb4c_0_1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aee73ddb4c_0_1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aee73ddb4c_0_1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aee73ddb4c_0_1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3aee73ddb4c_0_1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3aee73ddb4c_0_1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aee73ddb4c_0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3aee73ddb4c_0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aee73ddb4c_0_1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0" name="Google Shape;810;g3aee73ddb4c_0_1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aee73ddb4c_0_1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3aee73ddb4c_0_1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 name="Google Shape;20;p2"/>
          <p:cNvSpPr txBox="1"/>
          <p:nvPr>
            <p:ph idx="5" type="subTitle"/>
          </p:nvPr>
        </p:nvSpPr>
        <p:spPr>
          <a:xfrm>
            <a:off x="2970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Ctr="0" anchor="t" bIns="0" lIns="0" spcFirstLastPara="1" rIns="0" wrap="square" tIns="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Ctr="0" anchor="t" bIns="91425" lIns="0" spcFirstLastPara="1" rIns="91425" wrap="square" tIns="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42" name="Google Shape;42;p4"/>
          <p:cNvSpPr txBox="1"/>
          <p:nvPr>
            <p:ph idx="5" type="subTitle"/>
          </p:nvPr>
        </p:nvSpPr>
        <p:spPr>
          <a:xfrm>
            <a:off x="254625"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Ctr="0" anchor="b" bIns="91425" lIns="0" spcFirstLastPara="1" rIns="91425" wrap="square" tIns="0">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w="med" type="none"/>
            <a:tailEnd len="med" w="med" type="none"/>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w="med" type="none"/>
            <a:tailEnd len="med" w="med" type="none"/>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w="med" type="none"/>
            <a:tailEnd len="med" w="med" type="none"/>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w="sm" type="none"/>
            <a:tailEnd len="sm" w="sm" type="none"/>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w="sm" type="none"/>
            <a:tailEnd len="sm" w="sm" type="none"/>
          </a:ln>
        </p:spPr>
      </p:sp>
      <p:sp>
        <p:nvSpPr>
          <p:cNvPr id="67" name="Google Shape;67;p6"/>
          <p:cNvSpPr txBox="1"/>
          <p:nvPr>
            <p:ph idx="1" type="body"/>
          </p:nvPr>
        </p:nvSpPr>
        <p:spPr>
          <a:xfrm>
            <a:off x="233850" y="3127075"/>
            <a:ext cx="2920800" cy="1313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82" name="Google Shape;82;p7"/>
          <p:cNvSpPr txBox="1"/>
          <p:nvPr>
            <p:ph idx="4" type="subTitle"/>
          </p:nvPr>
        </p:nvSpPr>
        <p:spPr>
          <a:xfrm>
            <a:off x="4744575" y="38715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Ctr="0" anchor="b" bIns="0" lIns="0" spcFirstLastPara="1" rIns="91425" wrap="square" tIns="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Ctr="0" anchor="t" bIns="91425" lIns="0" spcFirstLastPara="1" rIns="91425" wrap="square" tIns="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20" name="Google Shape;120;p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Ctr="0" anchor="b" bIns="0" lIns="0" spcFirstLastPara="1" rIns="0" wrap="square" tIns="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30" name="Google Shape;130;p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w="med" type="none"/>
                <a:tailEnd len="med" w="med" type="none"/>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Ctr="0" anchor="b" bIns="0" lIns="0" spcFirstLastPara="1" rIns="91425" wrap="square" tIns="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Ctr="0" anchor="t" bIns="0" lIns="0" spcFirstLastPara="1" rIns="91425" wrap="square" tIns="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Ctr="0" anchor="t" bIns="0" lIns="0" spcFirstLastPara="1" rIns="91425"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58" name="Google Shape;158;p10"/>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w="sm" type="none"/>
            <a:tailEnd len="sm" w="sm" type="none"/>
          </a:ln>
        </p:spPr>
      </p:pic>
      <p:sp>
        <p:nvSpPr>
          <p:cNvPr id="162" name="Google Shape;162;p11"/>
          <p:cNvSpPr txBox="1"/>
          <p:nvPr>
            <p:ph idx="1" type="subTitle"/>
          </p:nvPr>
        </p:nvSpPr>
        <p:spPr>
          <a:xfrm>
            <a:off x="4314775" y="3818375"/>
            <a:ext cx="4230600" cy="452700"/>
          </a:xfrm>
          <a:prstGeom prst="rect">
            <a:avLst/>
          </a:prstGeom>
        </p:spPr>
        <p:txBody>
          <a:bodyPr anchorCtr="0" anchor="b" bIns="0" lIns="0" spcFirstLastPara="1" rIns="0"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Ctr="0" anchor="t" bIns="91425" lIns="0" spcFirstLastPara="1" rIns="91425" wrap="square" tIns="91425">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w="med" type="none"/>
            <a:tailEnd len="med" w="med" type="none"/>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w="med" type="none"/>
            <a:tailEnd len="med" w="med" type="none"/>
          </a:ln>
        </p:spPr>
      </p:cxnSp>
      <p:sp>
        <p:nvSpPr>
          <p:cNvPr id="170" name="Google Shape;170;p11"/>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Ctr="0" anchor="b"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181" name="Google Shape;181;p12"/>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Ctr="0" anchor="t" bIns="91425" lIns="0" spcFirstLastPara="1" rIns="91425" wrap="square" tIns="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w="med" type="none"/>
              <a:tailEnd len="med" w="med" type="none"/>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w="med" type="none"/>
              <a:tailEnd len="med" w="med" type="none"/>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08" name="Google Shape;208;p14"/>
          <p:cNvSpPr txBox="1"/>
          <p:nvPr>
            <p:ph idx="4" type="title"/>
          </p:nvPr>
        </p:nvSpPr>
        <p:spPr>
          <a:xfrm>
            <a:off x="3379125"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25" name="Google Shape;225;p15"/>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Ctr="0" anchor="b" bIns="91425" lIns="0" spcFirstLastPara="1" rIns="91425" wrap="square" tIns="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Ctr="0" anchor="b" bIns="91425" lIns="0" spcFirstLastPara="1" rIns="91425" wrap="square" tIns="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Ctr="0" anchor="t" bIns="91425" lIns="0" spcFirstLastPara="1" rIns="91425" wrap="square" tIns="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Ctr="0" anchor="t" bIns="91425" lIns="0" spcFirstLastPara="1" rIns="91425" wrap="square" tIns="0">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w="med" type="none"/>
            <a:tailEnd len="med" w="med" type="none"/>
          </a:ln>
        </p:spPr>
      </p:cxnSp>
      <p:sp>
        <p:nvSpPr>
          <p:cNvPr id="247" name="Google Shape;247;p16"/>
          <p:cNvSpPr txBox="1"/>
          <p:nvPr>
            <p:ph idx="2"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51" name="Google Shape;251;p16"/>
          <p:cNvSpPr txBox="1"/>
          <p:nvPr>
            <p:ph type="title"/>
          </p:nvPr>
        </p:nvSpPr>
        <p:spPr>
          <a:xfrm>
            <a:off x="228600" y="369300"/>
            <a:ext cx="6480300" cy="587700"/>
          </a:xfrm>
          <a:prstGeom prst="rect">
            <a:avLst/>
          </a:prstGeom>
        </p:spPr>
        <p:txBody>
          <a:bodyPr anchorCtr="0" anchor="t" bIns="91425" lIns="0" spcFirstLastPara="1" rIns="91425" wrap="square" tIns="91425">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w="sm" type="none"/>
            <a:tailEnd len="sm" w="sm" type="none"/>
          </a:ln>
        </p:spPr>
      </p:sp>
      <p:sp>
        <p:nvSpPr>
          <p:cNvPr id="253" name="Google Shape;253;p16"/>
          <p:cNvSpPr txBox="1"/>
          <p:nvPr>
            <p:ph idx="6" type="body"/>
          </p:nvPr>
        </p:nvSpPr>
        <p:spPr>
          <a:xfrm>
            <a:off x="5871500" y="2468775"/>
            <a:ext cx="2864700" cy="6765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Ctr="0" anchor="t" bIns="91425" lIns="0" spcFirstLastPara="1" rIns="91425" wrap="square" tIns="0">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w="sm" type="none"/>
            <a:tailEnd len="sm" w="sm" type="none"/>
          </a:ln>
        </p:spPr>
      </p:sp>
      <p:sp>
        <p:nvSpPr>
          <p:cNvPr id="268" name="Google Shape;268;p17"/>
          <p:cNvSpPr txBox="1"/>
          <p:nvPr>
            <p:ph idx="5" type="subTitle"/>
          </p:nvPr>
        </p:nvSpPr>
        <p:spPr>
          <a:xfrm>
            <a:off x="381950" y="2062875"/>
            <a:ext cx="1786500" cy="236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w="med" type="none"/>
            <a:tailEnd len="med" w="med" type="none"/>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w="med" type="none"/>
            <a:tailEnd len="med" w="med" type="none"/>
          </a:ln>
        </p:spPr>
      </p:cxnSp>
      <p:sp>
        <p:nvSpPr>
          <p:cNvPr id="274" name="Google Shape;274;p17"/>
          <p:cNvSpPr txBox="1"/>
          <p:nvPr>
            <p:ph idx="9" type="subTitle"/>
          </p:nvPr>
        </p:nvSpPr>
        <p:spPr>
          <a:xfrm>
            <a:off x="2580250" y="26604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Ctr="0" anchor="t" bIns="0" lIns="0" spcFirstLastPara="1" rIns="0" wrap="square" tIns="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299" name="Google Shape;299;p18"/>
          <p:cNvSpPr txBox="1"/>
          <p:nvPr>
            <p:ph type="title"/>
          </p:nvPr>
        </p:nvSpPr>
        <p:spPr>
          <a:xfrm>
            <a:off x="228600" y="613525"/>
            <a:ext cx="6841500" cy="753000"/>
          </a:xfrm>
          <a:prstGeom prst="rect">
            <a:avLst/>
          </a:prstGeom>
        </p:spPr>
        <p:txBody>
          <a:bodyPr anchorCtr="0" anchor="t" bIns="91425" lIns="0" spcFirstLastPara="1" rIns="91425" wrap="square" tIns="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Ctr="0" anchor="t" bIns="0" lIns="0" spcFirstLastPara="1" rIns="0" wrap="square" tIns="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b="1" sz="1600">
                <a:solidFill>
                  <a:schemeClr val="accent3"/>
                </a:solidFill>
              </a:defRPr>
            </a:lvl2pPr>
            <a:lvl3pPr lvl="2" algn="ctr">
              <a:spcBef>
                <a:spcPts val="0"/>
              </a:spcBef>
              <a:spcAft>
                <a:spcPts val="0"/>
              </a:spcAft>
              <a:buClr>
                <a:schemeClr val="accent3"/>
              </a:buClr>
              <a:buSzPts val="1600"/>
              <a:buNone/>
              <a:defRPr b="1" sz="1600">
                <a:solidFill>
                  <a:schemeClr val="accent3"/>
                </a:solidFill>
              </a:defRPr>
            </a:lvl3pPr>
            <a:lvl4pPr lvl="3" algn="ctr">
              <a:spcBef>
                <a:spcPts val="0"/>
              </a:spcBef>
              <a:spcAft>
                <a:spcPts val="0"/>
              </a:spcAft>
              <a:buClr>
                <a:schemeClr val="accent3"/>
              </a:buClr>
              <a:buSzPts val="1600"/>
              <a:buNone/>
              <a:defRPr b="1" sz="1600">
                <a:solidFill>
                  <a:schemeClr val="accent3"/>
                </a:solidFill>
              </a:defRPr>
            </a:lvl4pPr>
            <a:lvl5pPr lvl="4" algn="ctr">
              <a:spcBef>
                <a:spcPts val="0"/>
              </a:spcBef>
              <a:spcAft>
                <a:spcPts val="0"/>
              </a:spcAft>
              <a:buClr>
                <a:schemeClr val="accent3"/>
              </a:buClr>
              <a:buSzPts val="1600"/>
              <a:buNone/>
              <a:defRPr b="1" sz="1600">
                <a:solidFill>
                  <a:schemeClr val="accent3"/>
                </a:solidFill>
              </a:defRPr>
            </a:lvl5pPr>
            <a:lvl6pPr lvl="5" algn="ctr">
              <a:spcBef>
                <a:spcPts val="0"/>
              </a:spcBef>
              <a:spcAft>
                <a:spcPts val="0"/>
              </a:spcAft>
              <a:buClr>
                <a:schemeClr val="accent3"/>
              </a:buClr>
              <a:buSzPts val="1600"/>
              <a:buNone/>
              <a:defRPr b="1" sz="1600">
                <a:solidFill>
                  <a:schemeClr val="accent3"/>
                </a:solidFill>
              </a:defRPr>
            </a:lvl6pPr>
            <a:lvl7pPr lvl="6" algn="ctr">
              <a:spcBef>
                <a:spcPts val="0"/>
              </a:spcBef>
              <a:spcAft>
                <a:spcPts val="0"/>
              </a:spcAft>
              <a:buClr>
                <a:schemeClr val="accent3"/>
              </a:buClr>
              <a:buSzPts val="1600"/>
              <a:buNone/>
              <a:defRPr b="1" sz="1600">
                <a:solidFill>
                  <a:schemeClr val="accent3"/>
                </a:solidFill>
              </a:defRPr>
            </a:lvl7pPr>
            <a:lvl8pPr lvl="7" algn="ctr">
              <a:spcBef>
                <a:spcPts val="0"/>
              </a:spcBef>
              <a:spcAft>
                <a:spcPts val="0"/>
              </a:spcAft>
              <a:buClr>
                <a:schemeClr val="accent3"/>
              </a:buClr>
              <a:buSzPts val="1600"/>
              <a:buNone/>
              <a:defRPr b="1" sz="1600">
                <a:solidFill>
                  <a:schemeClr val="accent3"/>
                </a:solidFill>
              </a:defRPr>
            </a:lvl8pPr>
            <a:lvl9pPr lvl="8" algn="ctr">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Ctr="0" anchor="b" bIns="0" lIns="0" spcFirstLastPara="1" rIns="0" wrap="square" tIns="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Ctr="0" anchor="b" bIns="0" lIns="0" spcFirstLastPara="1" rIns="0" wrap="square" tIns="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w="med" type="none"/>
            <a:tailEnd len="med" w="med" type="none"/>
          </a:ln>
        </p:spPr>
      </p:cxnSp>
      <p:sp>
        <p:nvSpPr>
          <p:cNvPr id="321" name="Google Shape;321;p19"/>
          <p:cNvSpPr/>
          <p:nvPr/>
        </p:nvSpPr>
        <p:spPr>
          <a:xfrm>
            <a:off x="228600" y="4837500"/>
            <a:ext cx="48900" cy="489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Ctr="0" anchor="t" bIns="91425" lIns="0" spcFirstLastPara="1" rIns="91425" wrap="square" tIns="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437" name="Shape 437"/>
        <p:cNvGrpSpPr/>
        <p:nvPr/>
      </p:nvGrpSpPr>
      <p:grpSpPr>
        <a:xfrm>
          <a:off x="0" y="0"/>
          <a:ext cx="0" cy="0"/>
          <a:chOff x="0" y="0"/>
          <a:chExt cx="0" cy="0"/>
        </a:xfrm>
      </p:grpSpPr>
      <p:sp>
        <p:nvSpPr>
          <p:cNvPr id="438" name="Google Shape;438;p4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39" name="Google Shape;439;p4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40" name="Google Shape;440;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41" name="Shape 441"/>
        <p:cNvGrpSpPr/>
        <p:nvPr/>
      </p:nvGrpSpPr>
      <p:grpSpPr>
        <a:xfrm>
          <a:off x="0" y="0"/>
          <a:ext cx="0" cy="0"/>
          <a:chOff x="0" y="0"/>
          <a:chExt cx="0" cy="0"/>
        </a:xfrm>
      </p:grpSpPr>
      <p:sp>
        <p:nvSpPr>
          <p:cNvPr id="442" name="Google Shape;442;p4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443" name="Google Shape;44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444" name="Shape 444"/>
        <p:cNvGrpSpPr/>
        <p:nvPr/>
      </p:nvGrpSpPr>
      <p:grpSpPr>
        <a:xfrm>
          <a:off x="0" y="0"/>
          <a:ext cx="0" cy="0"/>
          <a:chOff x="0" y="0"/>
          <a:chExt cx="0" cy="0"/>
        </a:xfrm>
      </p:grpSpPr>
      <p:sp>
        <p:nvSpPr>
          <p:cNvPr id="445" name="Google Shape;445;p4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446" name="Google Shape;446;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47" name="Google Shape;447;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448" name="Shape 448"/>
        <p:cNvGrpSpPr/>
        <p:nvPr/>
      </p:nvGrpSpPr>
      <p:grpSpPr>
        <a:xfrm>
          <a:off x="0" y="0"/>
          <a:ext cx="0" cy="0"/>
          <a:chOff x="0" y="0"/>
          <a:chExt cx="0" cy="0"/>
        </a:xfrm>
      </p:grpSpPr>
      <p:sp>
        <p:nvSpPr>
          <p:cNvPr id="449" name="Google Shape;449;p4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450" name="Google Shape;450;p4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51" name="Google Shape;451;p4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52" name="Google Shape;452;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453" name="Shape 453"/>
        <p:cNvGrpSpPr/>
        <p:nvPr/>
      </p:nvGrpSpPr>
      <p:grpSpPr>
        <a:xfrm>
          <a:off x="0" y="0"/>
          <a:ext cx="0" cy="0"/>
          <a:chOff x="0" y="0"/>
          <a:chExt cx="0" cy="0"/>
        </a:xfrm>
      </p:grpSpPr>
      <p:sp>
        <p:nvSpPr>
          <p:cNvPr id="454" name="Google Shape;454;p4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455" name="Google Shape;455;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456" name="Shape 456"/>
        <p:cNvGrpSpPr/>
        <p:nvPr/>
      </p:nvGrpSpPr>
      <p:grpSpPr>
        <a:xfrm>
          <a:off x="0" y="0"/>
          <a:ext cx="0" cy="0"/>
          <a:chOff x="0" y="0"/>
          <a:chExt cx="0" cy="0"/>
        </a:xfrm>
      </p:grpSpPr>
      <p:sp>
        <p:nvSpPr>
          <p:cNvPr id="457" name="Google Shape;457;p4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58" name="Google Shape;458;p4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59" name="Google Shape;459;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460" name="Shape 460"/>
        <p:cNvGrpSpPr/>
        <p:nvPr/>
      </p:nvGrpSpPr>
      <p:grpSpPr>
        <a:xfrm>
          <a:off x="0" y="0"/>
          <a:ext cx="0" cy="0"/>
          <a:chOff x="0" y="0"/>
          <a:chExt cx="0" cy="0"/>
        </a:xfrm>
      </p:grpSpPr>
      <p:sp>
        <p:nvSpPr>
          <p:cNvPr id="461" name="Google Shape;461;p4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62" name="Google Shape;462;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63" name="Shape 463"/>
        <p:cNvGrpSpPr/>
        <p:nvPr/>
      </p:nvGrpSpPr>
      <p:grpSpPr>
        <a:xfrm>
          <a:off x="0" y="0"/>
          <a:ext cx="0" cy="0"/>
          <a:chOff x="0" y="0"/>
          <a:chExt cx="0" cy="0"/>
        </a:xfrm>
      </p:grpSpPr>
      <p:sp>
        <p:nvSpPr>
          <p:cNvPr id="464" name="Google Shape;464;p4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4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66" name="Google Shape;466;p4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7" name="Google Shape;467;p4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68" name="Google Shape;468;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69" name="Shape 469"/>
        <p:cNvGrpSpPr/>
        <p:nvPr/>
      </p:nvGrpSpPr>
      <p:grpSpPr>
        <a:xfrm>
          <a:off x="0" y="0"/>
          <a:ext cx="0" cy="0"/>
          <a:chOff x="0" y="0"/>
          <a:chExt cx="0" cy="0"/>
        </a:xfrm>
      </p:grpSpPr>
      <p:sp>
        <p:nvSpPr>
          <p:cNvPr id="470" name="Google Shape;470;p5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000"/>
              <a:buNone/>
              <a:defRPr/>
            </a:lvl1pPr>
          </a:lstStyle>
          <a:p/>
        </p:txBody>
      </p:sp>
      <p:sp>
        <p:nvSpPr>
          <p:cNvPr id="471" name="Google Shape;471;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72" name="Shape 472"/>
        <p:cNvGrpSpPr/>
        <p:nvPr/>
      </p:nvGrpSpPr>
      <p:grpSpPr>
        <a:xfrm>
          <a:off x="0" y="0"/>
          <a:ext cx="0" cy="0"/>
          <a:chOff x="0" y="0"/>
          <a:chExt cx="0" cy="0"/>
        </a:xfrm>
      </p:grpSpPr>
      <p:sp>
        <p:nvSpPr>
          <p:cNvPr id="473" name="Google Shape;473;p5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4" name="Google Shape;474;p5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SzPts val="1000"/>
              <a:buChar char="●"/>
              <a:defRPr/>
            </a:lvl1pPr>
            <a:lvl2pPr indent="-279400" lvl="1" marL="914400" algn="ctr">
              <a:spcBef>
                <a:spcPts val="0"/>
              </a:spcBef>
              <a:spcAft>
                <a:spcPts val="0"/>
              </a:spcAft>
              <a:buSzPts val="800"/>
              <a:buChar char="○"/>
              <a:defRPr/>
            </a:lvl2pPr>
            <a:lvl3pPr indent="-292100" lvl="2" marL="1371600" algn="ctr">
              <a:spcBef>
                <a:spcPts val="0"/>
              </a:spcBef>
              <a:spcAft>
                <a:spcPts val="0"/>
              </a:spcAft>
              <a:buSzPts val="1000"/>
              <a:buChar char="■"/>
              <a:defRPr/>
            </a:lvl3pPr>
            <a:lvl4pPr indent="-292100" lvl="3" marL="1828800" algn="ctr">
              <a:spcBef>
                <a:spcPts val="0"/>
              </a:spcBef>
              <a:spcAft>
                <a:spcPts val="0"/>
              </a:spcAft>
              <a:buSzPts val="1000"/>
              <a:buChar char="●"/>
              <a:defRPr/>
            </a:lvl4pPr>
            <a:lvl5pPr indent="-292100" lvl="4" marL="2286000" algn="ctr">
              <a:spcBef>
                <a:spcPts val="0"/>
              </a:spcBef>
              <a:spcAft>
                <a:spcPts val="0"/>
              </a:spcAft>
              <a:buSzPts val="1000"/>
              <a:buChar char="○"/>
              <a:defRPr/>
            </a:lvl5pPr>
            <a:lvl6pPr indent="-292100" lvl="5" marL="2743200" algn="ctr">
              <a:spcBef>
                <a:spcPts val="0"/>
              </a:spcBef>
              <a:spcAft>
                <a:spcPts val="0"/>
              </a:spcAft>
              <a:buSzPts val="1000"/>
              <a:buChar char="■"/>
              <a:defRPr/>
            </a:lvl6pPr>
            <a:lvl7pPr indent="-292100" lvl="6" marL="3200400" algn="ctr">
              <a:spcBef>
                <a:spcPts val="0"/>
              </a:spcBef>
              <a:spcAft>
                <a:spcPts val="0"/>
              </a:spcAft>
              <a:buSzPts val="1000"/>
              <a:buChar char="●"/>
              <a:defRPr/>
            </a:lvl7pPr>
            <a:lvl8pPr indent="-292100" lvl="7" marL="3657600" algn="ctr">
              <a:spcBef>
                <a:spcPts val="0"/>
              </a:spcBef>
              <a:spcAft>
                <a:spcPts val="0"/>
              </a:spcAft>
              <a:buSzPts val="1000"/>
              <a:buChar char="○"/>
              <a:defRPr/>
            </a:lvl8pPr>
            <a:lvl9pPr indent="-292100" lvl="8" marL="4114800" algn="ctr">
              <a:spcBef>
                <a:spcPts val="0"/>
              </a:spcBef>
              <a:spcAft>
                <a:spcPts val="0"/>
              </a:spcAft>
              <a:buSzPts val="1000"/>
              <a:buChar char="■"/>
              <a:defRPr/>
            </a:lvl9pPr>
          </a:lstStyle>
          <a:p/>
        </p:txBody>
      </p:sp>
      <p:sp>
        <p:nvSpPr>
          <p:cNvPr id="475" name="Google Shape;475;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6" name="Shape 476"/>
        <p:cNvGrpSpPr/>
        <p:nvPr/>
      </p:nvGrpSpPr>
      <p:grpSpPr>
        <a:xfrm>
          <a:off x="0" y="0"/>
          <a:ext cx="0" cy="0"/>
          <a:chOff x="0" y="0"/>
          <a:chExt cx="0" cy="0"/>
        </a:xfrm>
      </p:grpSpPr>
      <p:sp>
        <p:nvSpPr>
          <p:cNvPr id="477" name="Google Shape;477;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478" name="Shape 478"/>
        <p:cNvGrpSpPr/>
        <p:nvPr/>
      </p:nvGrpSpPr>
      <p:grpSpPr>
        <a:xfrm>
          <a:off x="0" y="0"/>
          <a:ext cx="0" cy="0"/>
          <a:chOff x="0" y="0"/>
          <a:chExt cx="0" cy="0"/>
        </a:xfrm>
      </p:grpSpPr>
      <p:sp>
        <p:nvSpPr>
          <p:cNvPr id="479" name="Google Shape;479;p53"/>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480" name="Google Shape;480;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81" name="Google Shape;481;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82" name="Google Shape;482;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83" name="Google Shape;483;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84" name="Google Shape;484;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85" name="Google Shape;485;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86" name="Google Shape;486;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487" name="Shape 487"/>
        <p:cNvGrpSpPr/>
        <p:nvPr/>
      </p:nvGrpSpPr>
      <p:grpSpPr>
        <a:xfrm>
          <a:off x="0" y="0"/>
          <a:ext cx="0" cy="0"/>
          <a:chOff x="0" y="0"/>
          <a:chExt cx="0" cy="0"/>
        </a:xfrm>
      </p:grpSpPr>
      <p:sp>
        <p:nvSpPr>
          <p:cNvPr id="488" name="Google Shape;488;p5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489" name="Google Shape;489;p54"/>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0" name="Google Shape;490;p54"/>
          <p:cNvSpPr/>
          <p:nvPr>
            <p:ph idx="2" type="pic"/>
          </p:nvPr>
        </p:nvSpPr>
        <p:spPr>
          <a:xfrm>
            <a:off x="4992024" y="1152775"/>
            <a:ext cx="3840300" cy="3416400"/>
          </a:xfrm>
          <a:prstGeom prst="rect">
            <a:avLst/>
          </a:prstGeom>
          <a:noFill/>
          <a:ln>
            <a:noFill/>
          </a:ln>
        </p:spPr>
      </p:sp>
      <p:sp>
        <p:nvSpPr>
          <p:cNvPr id="491" name="Google Shape;49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492" name="Shape 492"/>
        <p:cNvGrpSpPr/>
        <p:nvPr/>
      </p:nvGrpSpPr>
      <p:grpSpPr>
        <a:xfrm>
          <a:off x="0" y="0"/>
          <a:ext cx="0" cy="0"/>
          <a:chOff x="0" y="0"/>
          <a:chExt cx="0" cy="0"/>
        </a:xfrm>
      </p:grpSpPr>
      <p:sp>
        <p:nvSpPr>
          <p:cNvPr id="493" name="Google Shape;493;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94" name="Google Shape;494;p55"/>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95" name="Google Shape;495;p55"/>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6" name="Google Shape;496;p55"/>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497" name="Google Shape;497;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98" name="Google Shape;498;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499" name="Shape 499"/>
        <p:cNvGrpSpPr/>
        <p:nvPr/>
      </p:nvGrpSpPr>
      <p:grpSpPr>
        <a:xfrm>
          <a:off x="0" y="0"/>
          <a:ext cx="0" cy="0"/>
          <a:chOff x="0" y="0"/>
          <a:chExt cx="0" cy="0"/>
        </a:xfrm>
      </p:grpSpPr>
      <p:sp>
        <p:nvSpPr>
          <p:cNvPr id="500" name="Google Shape;500;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01" name="Google Shape;501;p56"/>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2" name="Google Shape;502;p56"/>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3" name="Google Shape;503;p56"/>
          <p:cNvSpPr txBox="1"/>
          <p:nvPr>
            <p:ph idx="3"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SzPts val="1000"/>
              <a:buChar char="●"/>
              <a:defRPr/>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04" name="Google Shape;504;p5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05" name="Google Shape;505;p5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06" name="Google Shape;506;p5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07" name="Google Shape;507;p5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508" name="Shape 508"/>
        <p:cNvGrpSpPr/>
        <p:nvPr/>
      </p:nvGrpSpPr>
      <p:grpSpPr>
        <a:xfrm>
          <a:off x="0" y="0"/>
          <a:ext cx="0" cy="0"/>
          <a:chOff x="0" y="0"/>
          <a:chExt cx="0" cy="0"/>
        </a:xfrm>
      </p:grpSpPr>
      <p:sp>
        <p:nvSpPr>
          <p:cNvPr id="509" name="Google Shape;509;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10" name="Google Shape;510;p57"/>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1" name="Google Shape;511;p57"/>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2" name="Google Shape;512;p57"/>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3" name="Google Shape;513;p57"/>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279400" lvl="1" marL="914400">
              <a:spcBef>
                <a:spcPts val="0"/>
              </a:spcBef>
              <a:spcAft>
                <a:spcPts val="0"/>
              </a:spcAft>
              <a:buSzPts val="800"/>
              <a:buChar char="○"/>
              <a:defRPr/>
            </a:lvl2pPr>
            <a:lvl3pPr indent="-292100" lvl="2" marL="1371600">
              <a:spcBef>
                <a:spcPts val="0"/>
              </a:spcBef>
              <a:spcAft>
                <a:spcPts val="0"/>
              </a:spcAft>
              <a:buSzPts val="1000"/>
              <a:buChar char="■"/>
              <a:defRPr/>
            </a:lvl3pPr>
            <a:lvl4pPr indent="-292100" lvl="3" marL="1828800">
              <a:spcBef>
                <a:spcPts val="0"/>
              </a:spcBef>
              <a:spcAft>
                <a:spcPts val="0"/>
              </a:spcAft>
              <a:buSzPts val="1000"/>
              <a:buChar char="●"/>
              <a:defRPr/>
            </a:lvl4pPr>
            <a:lvl5pPr indent="-292100" lvl="4" marL="2286000">
              <a:spcBef>
                <a:spcPts val="0"/>
              </a:spcBef>
              <a:spcAft>
                <a:spcPts val="0"/>
              </a:spcAft>
              <a:buSzPts val="1000"/>
              <a:buChar char="○"/>
              <a:defRPr/>
            </a:lvl5pPr>
            <a:lvl6pPr indent="-292100" lvl="5" marL="2743200">
              <a:spcBef>
                <a:spcPts val="0"/>
              </a:spcBef>
              <a:spcAft>
                <a:spcPts val="0"/>
              </a:spcAft>
              <a:buSzPts val="1000"/>
              <a:buChar char="■"/>
              <a:defRPr/>
            </a:lvl6pPr>
            <a:lvl7pPr indent="-292100" lvl="6" marL="3200400">
              <a:spcBef>
                <a:spcPts val="0"/>
              </a:spcBef>
              <a:spcAft>
                <a:spcPts val="0"/>
              </a:spcAft>
              <a:buSzPts val="1000"/>
              <a:buChar char="●"/>
              <a:defRPr/>
            </a:lvl7pPr>
            <a:lvl8pPr indent="-292100" lvl="7" marL="3657600">
              <a:spcBef>
                <a:spcPts val="0"/>
              </a:spcBef>
              <a:spcAft>
                <a:spcPts val="0"/>
              </a:spcAft>
              <a:buSzPts val="1000"/>
              <a:buChar char="○"/>
              <a:defRPr/>
            </a:lvl8pPr>
            <a:lvl9pPr indent="-292100" lvl="8" marL="4114800">
              <a:spcBef>
                <a:spcPts val="0"/>
              </a:spcBef>
              <a:spcAft>
                <a:spcPts val="0"/>
              </a:spcAft>
              <a:buSzPts val="1000"/>
              <a:buChar char="■"/>
              <a:defRPr/>
            </a:lvl9pPr>
          </a:lstStyle>
          <a:p/>
        </p:txBody>
      </p:sp>
      <p:sp>
        <p:nvSpPr>
          <p:cNvPr id="514" name="Google Shape;514;p57"/>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15" name="Google Shape;515;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16" name="Google Shape;516;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17" name="Google Shape;517;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518" name="Google Shape;518;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519" name="Shape 519"/>
        <p:cNvGrpSpPr/>
        <p:nvPr/>
      </p:nvGrpSpPr>
      <p:grpSpPr>
        <a:xfrm>
          <a:off x="0" y="0"/>
          <a:ext cx="0" cy="0"/>
          <a:chOff x="0" y="0"/>
          <a:chExt cx="0" cy="0"/>
        </a:xfrm>
      </p:grpSpPr>
      <p:sp>
        <p:nvSpPr>
          <p:cNvPr id="520" name="Google Shape;520;p5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21" name="Google Shape;521;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2" name="Google Shape;522;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523" name="Shape 523"/>
        <p:cNvGrpSpPr/>
        <p:nvPr/>
      </p:nvGrpSpPr>
      <p:grpSpPr>
        <a:xfrm>
          <a:off x="0" y="0"/>
          <a:ext cx="0" cy="0"/>
          <a:chOff x="0" y="0"/>
          <a:chExt cx="0" cy="0"/>
        </a:xfrm>
      </p:grpSpPr>
      <p:sp>
        <p:nvSpPr>
          <p:cNvPr id="524" name="Google Shape;524;p59"/>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5" name="Google Shape;525;p59"/>
          <p:cNvSpPr/>
          <p:nvPr>
            <p:ph idx="2" type="pic"/>
          </p:nvPr>
        </p:nvSpPr>
        <p:spPr>
          <a:xfrm>
            <a:off x="4804825" y="1133300"/>
            <a:ext cx="4027500" cy="2392800"/>
          </a:xfrm>
          <a:prstGeom prst="rect">
            <a:avLst/>
          </a:prstGeom>
          <a:noFill/>
          <a:ln>
            <a:noFill/>
          </a:ln>
        </p:spPr>
      </p:sp>
      <p:sp>
        <p:nvSpPr>
          <p:cNvPr id="526" name="Google Shape;526;p59"/>
          <p:cNvSpPr/>
          <p:nvPr>
            <p:ph idx="3" type="pic"/>
          </p:nvPr>
        </p:nvSpPr>
        <p:spPr>
          <a:xfrm>
            <a:off x="311725" y="1133300"/>
            <a:ext cx="4027500" cy="2392800"/>
          </a:xfrm>
          <a:prstGeom prst="rect">
            <a:avLst/>
          </a:prstGeom>
          <a:noFill/>
          <a:ln>
            <a:noFill/>
          </a:ln>
        </p:spPr>
      </p:sp>
      <p:sp>
        <p:nvSpPr>
          <p:cNvPr id="527" name="Google Shape;527;p59"/>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28" name="Google Shape;528;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29" name="Google Shape;529;p5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30" name="Google Shape;530;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31" name="Google Shape;531;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532" name="Shape 532"/>
        <p:cNvGrpSpPr/>
        <p:nvPr/>
      </p:nvGrpSpPr>
      <p:grpSpPr>
        <a:xfrm>
          <a:off x="0" y="0"/>
          <a:ext cx="0" cy="0"/>
          <a:chOff x="0" y="0"/>
          <a:chExt cx="0" cy="0"/>
        </a:xfrm>
      </p:grpSpPr>
      <p:sp>
        <p:nvSpPr>
          <p:cNvPr id="533" name="Google Shape;533;p60"/>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34" name="Google Shape;534;p60"/>
          <p:cNvSpPr/>
          <p:nvPr>
            <p:ph idx="2" type="pic"/>
          </p:nvPr>
        </p:nvSpPr>
        <p:spPr>
          <a:xfrm>
            <a:off x="6205225" y="1128325"/>
            <a:ext cx="2627100" cy="2273100"/>
          </a:xfrm>
          <a:prstGeom prst="rect">
            <a:avLst/>
          </a:prstGeom>
          <a:noFill/>
          <a:ln>
            <a:noFill/>
          </a:ln>
        </p:spPr>
      </p:sp>
      <p:sp>
        <p:nvSpPr>
          <p:cNvPr id="535" name="Google Shape;535;p60"/>
          <p:cNvSpPr/>
          <p:nvPr>
            <p:ph idx="3" type="pic"/>
          </p:nvPr>
        </p:nvSpPr>
        <p:spPr>
          <a:xfrm>
            <a:off x="311725" y="1128325"/>
            <a:ext cx="2627100" cy="2273100"/>
          </a:xfrm>
          <a:prstGeom prst="rect">
            <a:avLst/>
          </a:prstGeom>
          <a:noFill/>
          <a:ln>
            <a:noFill/>
          </a:ln>
        </p:spPr>
      </p:sp>
      <p:sp>
        <p:nvSpPr>
          <p:cNvPr id="536" name="Google Shape;536;p60"/>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37" name="Google Shape;537;p60"/>
          <p:cNvSpPr/>
          <p:nvPr>
            <p:ph idx="5" type="pic"/>
          </p:nvPr>
        </p:nvSpPr>
        <p:spPr>
          <a:xfrm>
            <a:off x="3255250" y="1128325"/>
            <a:ext cx="2627100" cy="2273100"/>
          </a:xfrm>
          <a:prstGeom prst="rect">
            <a:avLst/>
          </a:prstGeom>
          <a:noFill/>
          <a:ln>
            <a:noFill/>
          </a:ln>
        </p:spPr>
      </p:sp>
      <p:sp>
        <p:nvSpPr>
          <p:cNvPr id="538" name="Google Shape;538;p60"/>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539" name="Google Shape;539;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0" name="Google Shape;540;p6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41" name="Google Shape;541;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42" name="Google Shape;542;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543" name="Google Shape;543;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544" name="Shape 544"/>
        <p:cNvGrpSpPr/>
        <p:nvPr/>
      </p:nvGrpSpPr>
      <p:grpSpPr>
        <a:xfrm>
          <a:off x="0" y="0"/>
          <a:ext cx="0" cy="0"/>
          <a:chOff x="0" y="0"/>
          <a:chExt cx="0" cy="0"/>
        </a:xfrm>
      </p:grpSpPr>
      <p:sp>
        <p:nvSpPr>
          <p:cNvPr id="545" name="Google Shape;545;p61"/>
          <p:cNvSpPr/>
          <p:nvPr>
            <p:ph idx="2" type="pic"/>
          </p:nvPr>
        </p:nvSpPr>
        <p:spPr>
          <a:xfrm>
            <a:off x="311700" y="445025"/>
            <a:ext cx="8520600" cy="4218300"/>
          </a:xfrm>
          <a:prstGeom prst="rect">
            <a:avLst/>
          </a:prstGeom>
          <a:noFill/>
          <a:ln>
            <a:noFill/>
          </a:ln>
        </p:spPr>
      </p:sp>
      <p:sp>
        <p:nvSpPr>
          <p:cNvPr id="546" name="Google Shape;546;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547" name="Shape 547"/>
        <p:cNvGrpSpPr/>
        <p:nvPr/>
      </p:nvGrpSpPr>
      <p:grpSpPr>
        <a:xfrm>
          <a:off x="0" y="0"/>
          <a:ext cx="0" cy="0"/>
          <a:chOff x="0" y="0"/>
          <a:chExt cx="0" cy="0"/>
        </a:xfrm>
      </p:grpSpPr>
      <p:sp>
        <p:nvSpPr>
          <p:cNvPr id="548" name="Google Shape;548;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9" name="Google Shape;549;p62"/>
          <p:cNvSpPr/>
          <p:nvPr>
            <p:ph idx="2" type="pic"/>
          </p:nvPr>
        </p:nvSpPr>
        <p:spPr>
          <a:xfrm>
            <a:off x="3389600" y="118913"/>
            <a:ext cx="1643700" cy="1535100"/>
          </a:xfrm>
          <a:prstGeom prst="rect">
            <a:avLst/>
          </a:prstGeom>
          <a:noFill/>
          <a:ln>
            <a:noFill/>
          </a:ln>
        </p:spPr>
      </p:sp>
      <p:sp>
        <p:nvSpPr>
          <p:cNvPr id="550" name="Google Shape;550;p62"/>
          <p:cNvSpPr/>
          <p:nvPr>
            <p:ph idx="3" type="pic"/>
          </p:nvPr>
        </p:nvSpPr>
        <p:spPr>
          <a:xfrm>
            <a:off x="5195935" y="118913"/>
            <a:ext cx="1643700" cy="1535100"/>
          </a:xfrm>
          <a:prstGeom prst="rect">
            <a:avLst/>
          </a:prstGeom>
          <a:noFill/>
          <a:ln>
            <a:noFill/>
          </a:ln>
        </p:spPr>
      </p:sp>
      <p:sp>
        <p:nvSpPr>
          <p:cNvPr id="551" name="Google Shape;551;p62"/>
          <p:cNvSpPr/>
          <p:nvPr>
            <p:ph idx="4" type="pic"/>
          </p:nvPr>
        </p:nvSpPr>
        <p:spPr>
          <a:xfrm>
            <a:off x="7002270" y="118913"/>
            <a:ext cx="1643700" cy="1535100"/>
          </a:xfrm>
          <a:prstGeom prst="rect">
            <a:avLst/>
          </a:prstGeom>
          <a:noFill/>
          <a:ln>
            <a:noFill/>
          </a:ln>
        </p:spPr>
      </p:sp>
      <p:sp>
        <p:nvSpPr>
          <p:cNvPr id="552" name="Google Shape;552;p62"/>
          <p:cNvSpPr/>
          <p:nvPr>
            <p:ph idx="5" type="pic"/>
          </p:nvPr>
        </p:nvSpPr>
        <p:spPr>
          <a:xfrm>
            <a:off x="3389588" y="1804212"/>
            <a:ext cx="1643700" cy="1535100"/>
          </a:xfrm>
          <a:prstGeom prst="rect">
            <a:avLst/>
          </a:prstGeom>
          <a:noFill/>
          <a:ln>
            <a:noFill/>
          </a:ln>
        </p:spPr>
      </p:sp>
      <p:sp>
        <p:nvSpPr>
          <p:cNvPr id="553" name="Google Shape;553;p62"/>
          <p:cNvSpPr/>
          <p:nvPr>
            <p:ph idx="6" type="pic"/>
          </p:nvPr>
        </p:nvSpPr>
        <p:spPr>
          <a:xfrm>
            <a:off x="5195922" y="1804212"/>
            <a:ext cx="1643700" cy="1535100"/>
          </a:xfrm>
          <a:prstGeom prst="rect">
            <a:avLst/>
          </a:prstGeom>
          <a:noFill/>
          <a:ln>
            <a:noFill/>
          </a:ln>
        </p:spPr>
      </p:sp>
      <p:sp>
        <p:nvSpPr>
          <p:cNvPr id="554" name="Google Shape;554;p62"/>
          <p:cNvSpPr/>
          <p:nvPr>
            <p:ph idx="7" type="pic"/>
          </p:nvPr>
        </p:nvSpPr>
        <p:spPr>
          <a:xfrm>
            <a:off x="7002257" y="1804212"/>
            <a:ext cx="1643700" cy="1535100"/>
          </a:xfrm>
          <a:prstGeom prst="rect">
            <a:avLst/>
          </a:prstGeom>
          <a:noFill/>
          <a:ln>
            <a:noFill/>
          </a:ln>
        </p:spPr>
      </p:sp>
      <p:sp>
        <p:nvSpPr>
          <p:cNvPr id="555" name="Google Shape;55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56" name="Google Shape;556;p62"/>
          <p:cNvSpPr/>
          <p:nvPr>
            <p:ph idx="8" type="pic"/>
          </p:nvPr>
        </p:nvSpPr>
        <p:spPr>
          <a:xfrm>
            <a:off x="3389588" y="3489487"/>
            <a:ext cx="1643700" cy="1535100"/>
          </a:xfrm>
          <a:prstGeom prst="rect">
            <a:avLst/>
          </a:prstGeom>
          <a:noFill/>
          <a:ln>
            <a:noFill/>
          </a:ln>
        </p:spPr>
      </p:sp>
      <p:sp>
        <p:nvSpPr>
          <p:cNvPr id="557" name="Google Shape;557;p62"/>
          <p:cNvSpPr/>
          <p:nvPr>
            <p:ph idx="9" type="pic"/>
          </p:nvPr>
        </p:nvSpPr>
        <p:spPr>
          <a:xfrm>
            <a:off x="5195922" y="3489487"/>
            <a:ext cx="1643700" cy="1535100"/>
          </a:xfrm>
          <a:prstGeom prst="rect">
            <a:avLst/>
          </a:prstGeom>
          <a:noFill/>
          <a:ln>
            <a:noFill/>
          </a:ln>
        </p:spPr>
      </p:sp>
      <p:sp>
        <p:nvSpPr>
          <p:cNvPr id="558" name="Google Shape;55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559" name="Shape 559"/>
        <p:cNvGrpSpPr/>
        <p:nvPr/>
      </p:nvGrpSpPr>
      <p:grpSpPr>
        <a:xfrm>
          <a:off x="0" y="0"/>
          <a:ext cx="0" cy="0"/>
          <a:chOff x="0" y="0"/>
          <a:chExt cx="0" cy="0"/>
        </a:xfrm>
      </p:grpSpPr>
      <p:sp>
        <p:nvSpPr>
          <p:cNvPr id="560" name="Google Shape;560;p63"/>
          <p:cNvSpPr txBox="1"/>
          <p:nvPr>
            <p:ph idx="1" type="body"/>
          </p:nvPr>
        </p:nvSpPr>
        <p:spPr>
          <a:xfrm>
            <a:off x="196951" y="4737750"/>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561" name="Google Shape;561;p63"/>
          <p:cNvSpPr txBox="1"/>
          <p:nvPr>
            <p:ph type="ctrTitle"/>
          </p:nvPr>
        </p:nvSpPr>
        <p:spPr>
          <a:xfrm>
            <a:off x="196950" y="223825"/>
            <a:ext cx="8011800" cy="1877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750"/>
              <a:buNone/>
              <a:defRPr sz="6750">
                <a:solidFill>
                  <a:schemeClr val="lt1"/>
                </a:solidFill>
              </a:defRPr>
            </a:lvl1pPr>
            <a:lvl2pPr lvl="1">
              <a:spcBef>
                <a:spcPts val="0"/>
              </a:spcBef>
              <a:spcAft>
                <a:spcPts val="0"/>
              </a:spcAft>
              <a:buClr>
                <a:schemeClr val="lt1"/>
              </a:buClr>
              <a:buSzPts val="5200"/>
              <a:buNone/>
              <a:defRPr sz="5200">
                <a:solidFill>
                  <a:schemeClr val="lt1"/>
                </a:solidFill>
              </a:defRPr>
            </a:lvl2pPr>
            <a:lvl3pPr lvl="2">
              <a:spcBef>
                <a:spcPts val="0"/>
              </a:spcBef>
              <a:spcAft>
                <a:spcPts val="0"/>
              </a:spcAft>
              <a:buClr>
                <a:schemeClr val="lt1"/>
              </a:buClr>
              <a:buSzPts val="5200"/>
              <a:buNone/>
              <a:defRPr sz="5200">
                <a:solidFill>
                  <a:schemeClr val="lt1"/>
                </a:solidFill>
              </a:defRPr>
            </a:lvl3pPr>
            <a:lvl4pPr lvl="3">
              <a:spcBef>
                <a:spcPts val="0"/>
              </a:spcBef>
              <a:spcAft>
                <a:spcPts val="0"/>
              </a:spcAft>
              <a:buClr>
                <a:schemeClr val="lt1"/>
              </a:buClr>
              <a:buSzPts val="5200"/>
              <a:buNone/>
              <a:defRPr sz="5200">
                <a:solidFill>
                  <a:schemeClr val="lt1"/>
                </a:solidFill>
              </a:defRPr>
            </a:lvl4pPr>
            <a:lvl5pPr lvl="4">
              <a:spcBef>
                <a:spcPts val="0"/>
              </a:spcBef>
              <a:spcAft>
                <a:spcPts val="0"/>
              </a:spcAft>
              <a:buClr>
                <a:schemeClr val="lt1"/>
              </a:buClr>
              <a:buSzPts val="5200"/>
              <a:buNone/>
              <a:defRPr sz="5200">
                <a:solidFill>
                  <a:schemeClr val="lt1"/>
                </a:solidFill>
              </a:defRPr>
            </a:lvl5pPr>
            <a:lvl6pPr lvl="5">
              <a:spcBef>
                <a:spcPts val="0"/>
              </a:spcBef>
              <a:spcAft>
                <a:spcPts val="0"/>
              </a:spcAft>
              <a:buClr>
                <a:schemeClr val="lt1"/>
              </a:buClr>
              <a:buSzPts val="5200"/>
              <a:buNone/>
              <a:defRPr sz="5200">
                <a:solidFill>
                  <a:schemeClr val="lt1"/>
                </a:solidFill>
              </a:defRPr>
            </a:lvl6pPr>
            <a:lvl7pPr lvl="6">
              <a:spcBef>
                <a:spcPts val="0"/>
              </a:spcBef>
              <a:spcAft>
                <a:spcPts val="0"/>
              </a:spcAft>
              <a:buClr>
                <a:schemeClr val="lt1"/>
              </a:buClr>
              <a:buSzPts val="5200"/>
              <a:buNone/>
              <a:defRPr sz="5200">
                <a:solidFill>
                  <a:schemeClr val="lt1"/>
                </a:solidFill>
              </a:defRPr>
            </a:lvl7pPr>
            <a:lvl8pPr lvl="7">
              <a:spcBef>
                <a:spcPts val="0"/>
              </a:spcBef>
              <a:spcAft>
                <a:spcPts val="0"/>
              </a:spcAft>
              <a:buClr>
                <a:schemeClr val="lt1"/>
              </a:buClr>
              <a:buSzPts val="5200"/>
              <a:buNone/>
              <a:defRPr sz="5200">
                <a:solidFill>
                  <a:schemeClr val="lt1"/>
                </a:solidFill>
              </a:defRPr>
            </a:lvl8pPr>
            <a:lvl9pPr lvl="8">
              <a:spcBef>
                <a:spcPts val="0"/>
              </a:spcBef>
              <a:spcAft>
                <a:spcPts val="0"/>
              </a:spcAft>
              <a:buClr>
                <a:schemeClr val="lt1"/>
              </a:buClr>
              <a:buSzPts val="5200"/>
              <a:buNone/>
              <a:defRPr sz="5200">
                <a:solidFill>
                  <a:schemeClr val="lt1"/>
                </a:solidFill>
              </a:defRPr>
            </a:lvl9pPr>
          </a:lstStyle>
          <a:p/>
        </p:txBody>
      </p:sp>
      <p:sp>
        <p:nvSpPr>
          <p:cNvPr id="562" name="Google Shape;562;p63"/>
          <p:cNvSpPr txBox="1"/>
          <p:nvPr>
            <p:ph idx="2" type="subTitle"/>
          </p:nvPr>
        </p:nvSpPr>
        <p:spPr>
          <a:xfrm>
            <a:off x="196950" y="2171250"/>
            <a:ext cx="3986700" cy="555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563" name="Google Shape;563;p63"/>
          <p:cNvSpPr/>
          <p:nvPr>
            <p:ph idx="3" type="pic"/>
          </p:nvPr>
        </p:nvSpPr>
        <p:spPr>
          <a:xfrm>
            <a:off x="4437578" y="2171250"/>
            <a:ext cx="4509600" cy="2775600"/>
          </a:xfrm>
          <a:prstGeom prst="round2DiagRect">
            <a:avLst>
              <a:gd fmla="val 16667" name="adj1"/>
              <a:gd fmla="val 0" name="adj2"/>
            </a:avLst>
          </a:prstGeom>
          <a:noFill/>
          <a:ln>
            <a:noFill/>
          </a:ln>
        </p:spPr>
      </p:sp>
      <p:sp>
        <p:nvSpPr>
          <p:cNvPr id="564" name="Google Shape;564;p63"/>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565" name="Shape 565"/>
        <p:cNvGrpSpPr/>
        <p:nvPr/>
      </p:nvGrpSpPr>
      <p:grpSpPr>
        <a:xfrm>
          <a:off x="0" y="0"/>
          <a:ext cx="0" cy="0"/>
          <a:chOff x="0" y="0"/>
          <a:chExt cx="0" cy="0"/>
        </a:xfrm>
      </p:grpSpPr>
      <p:sp>
        <p:nvSpPr>
          <p:cNvPr id="566" name="Google Shape;566;p64"/>
          <p:cNvSpPr txBox="1"/>
          <p:nvPr>
            <p:ph type="title"/>
          </p:nvPr>
        </p:nvSpPr>
        <p:spPr>
          <a:xfrm>
            <a:off x="511953" y="5885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67" name="Google Shape;567;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68" name="Google Shape;568;p64"/>
          <p:cNvSpPr txBox="1"/>
          <p:nvPr>
            <p:ph idx="2" type="title"/>
          </p:nvPr>
        </p:nvSpPr>
        <p:spPr>
          <a:xfrm>
            <a:off x="511953" y="14303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69" name="Google Shape;569;p64"/>
          <p:cNvSpPr txBox="1"/>
          <p:nvPr>
            <p:ph idx="3" type="title"/>
          </p:nvPr>
        </p:nvSpPr>
        <p:spPr>
          <a:xfrm>
            <a:off x="511953" y="22721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70" name="Google Shape;570;p64"/>
          <p:cNvSpPr txBox="1"/>
          <p:nvPr>
            <p:ph idx="4" type="title"/>
          </p:nvPr>
        </p:nvSpPr>
        <p:spPr>
          <a:xfrm>
            <a:off x="511953" y="31139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71" name="Google Shape;571;p64"/>
          <p:cNvSpPr txBox="1"/>
          <p:nvPr>
            <p:ph idx="5" type="title"/>
          </p:nvPr>
        </p:nvSpPr>
        <p:spPr>
          <a:xfrm>
            <a:off x="511953" y="3955799"/>
            <a:ext cx="74643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50"/>
              <a:buNone/>
              <a:defRPr sz="365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72" name="Google Shape;572;p64"/>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573" name="Google Shape;573;p64"/>
          <p:cNvSpPr txBox="1"/>
          <p:nvPr>
            <p:ph idx="6"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574" name="Shape 574"/>
        <p:cNvGrpSpPr/>
        <p:nvPr/>
      </p:nvGrpSpPr>
      <p:grpSpPr>
        <a:xfrm>
          <a:off x="0" y="0"/>
          <a:ext cx="0" cy="0"/>
          <a:chOff x="0" y="0"/>
          <a:chExt cx="0" cy="0"/>
        </a:xfrm>
      </p:grpSpPr>
      <p:sp>
        <p:nvSpPr>
          <p:cNvPr id="575" name="Google Shape;575;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76" name="Google Shape;576;p65"/>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577" name="Google Shape;577;p65"/>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578" name="Google Shape;578;p65"/>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579" name="Shape 579"/>
        <p:cNvGrpSpPr/>
        <p:nvPr/>
      </p:nvGrpSpPr>
      <p:grpSpPr>
        <a:xfrm>
          <a:off x="0" y="0"/>
          <a:ext cx="0" cy="0"/>
          <a:chOff x="0" y="0"/>
          <a:chExt cx="0" cy="0"/>
        </a:xfrm>
      </p:grpSpPr>
      <p:sp>
        <p:nvSpPr>
          <p:cNvPr id="580" name="Google Shape;580;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581" name="Google Shape;581;p66"/>
          <p:cNvSpPr txBox="1"/>
          <p:nvPr>
            <p:ph idx="1" type="subTitle"/>
          </p:nvPr>
        </p:nvSpPr>
        <p:spPr>
          <a:xfrm>
            <a:off x="975300" y="1864050"/>
            <a:ext cx="7193400" cy="1415400"/>
          </a:xfrm>
          <a:prstGeom prst="rect">
            <a:avLst/>
          </a:prstGeom>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582" name="Google Shape;582;p66"/>
          <p:cNvSpPr txBox="1"/>
          <p:nvPr>
            <p:ph idx="2"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583" name="Google Shape;583;p6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584" name="Shape 584"/>
        <p:cNvGrpSpPr/>
        <p:nvPr/>
      </p:nvGrpSpPr>
      <p:grpSpPr>
        <a:xfrm>
          <a:off x="0" y="0"/>
          <a:ext cx="0" cy="0"/>
          <a:chOff x="0" y="0"/>
          <a:chExt cx="0" cy="0"/>
        </a:xfrm>
      </p:grpSpPr>
      <p:sp>
        <p:nvSpPr>
          <p:cNvPr id="585" name="Google Shape;585;p67"/>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SzPts val="3450"/>
              <a:buNone/>
              <a:defRPr/>
            </a:lvl1pPr>
            <a:lvl2pPr lvl="1">
              <a:spcBef>
                <a:spcPts val="0"/>
              </a:spcBef>
              <a:spcAft>
                <a:spcPts val="0"/>
              </a:spcAft>
              <a:buSzPts val="3450"/>
              <a:buNone/>
              <a:defRPr/>
            </a:lvl2pPr>
            <a:lvl3pPr lvl="2">
              <a:spcBef>
                <a:spcPts val="0"/>
              </a:spcBef>
              <a:spcAft>
                <a:spcPts val="0"/>
              </a:spcAft>
              <a:buSzPts val="3450"/>
              <a:buNone/>
              <a:defRPr/>
            </a:lvl3pPr>
            <a:lvl4pPr lvl="3">
              <a:spcBef>
                <a:spcPts val="0"/>
              </a:spcBef>
              <a:spcAft>
                <a:spcPts val="0"/>
              </a:spcAft>
              <a:buSzPts val="3450"/>
              <a:buNone/>
              <a:defRPr/>
            </a:lvl4pPr>
            <a:lvl5pPr lvl="4">
              <a:spcBef>
                <a:spcPts val="0"/>
              </a:spcBef>
              <a:spcAft>
                <a:spcPts val="0"/>
              </a:spcAft>
              <a:buSzPts val="3450"/>
              <a:buNone/>
              <a:defRPr/>
            </a:lvl5pPr>
            <a:lvl6pPr lvl="5">
              <a:spcBef>
                <a:spcPts val="0"/>
              </a:spcBef>
              <a:spcAft>
                <a:spcPts val="0"/>
              </a:spcAft>
              <a:buSzPts val="3450"/>
              <a:buNone/>
              <a:defRPr/>
            </a:lvl6pPr>
            <a:lvl7pPr lvl="6">
              <a:spcBef>
                <a:spcPts val="0"/>
              </a:spcBef>
              <a:spcAft>
                <a:spcPts val="0"/>
              </a:spcAft>
              <a:buSzPts val="3450"/>
              <a:buNone/>
              <a:defRPr/>
            </a:lvl7pPr>
            <a:lvl8pPr lvl="7">
              <a:spcBef>
                <a:spcPts val="0"/>
              </a:spcBef>
              <a:spcAft>
                <a:spcPts val="0"/>
              </a:spcAft>
              <a:buSzPts val="3450"/>
              <a:buNone/>
              <a:defRPr/>
            </a:lvl8pPr>
            <a:lvl9pPr lvl="8">
              <a:spcBef>
                <a:spcPts val="0"/>
              </a:spcBef>
              <a:spcAft>
                <a:spcPts val="0"/>
              </a:spcAft>
              <a:buSzPts val="3450"/>
              <a:buNone/>
              <a:defRPr/>
            </a:lvl9pPr>
          </a:lstStyle>
          <a:p/>
        </p:txBody>
      </p:sp>
      <p:sp>
        <p:nvSpPr>
          <p:cNvPr id="586" name="Google Shape;586;p67"/>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dk1"/>
              </a:buClr>
              <a:buSzPts val="1000"/>
              <a:buChar char="●"/>
              <a:defRPr>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a:solidFill>
                  <a:schemeClr val="dk1"/>
                </a:solidFill>
              </a:defRPr>
            </a:lvl3pPr>
            <a:lvl4pPr indent="-292100" lvl="3" marL="1828800">
              <a:lnSpc>
                <a:spcPct val="100000"/>
              </a:lnSpc>
              <a:spcBef>
                <a:spcPts val="0"/>
              </a:spcBef>
              <a:spcAft>
                <a:spcPts val="0"/>
              </a:spcAft>
              <a:buClr>
                <a:schemeClr val="dk1"/>
              </a:buClr>
              <a:buSzPts val="1000"/>
              <a:buChar char="●"/>
              <a:defRPr>
                <a:solidFill>
                  <a:schemeClr val="dk1"/>
                </a:solidFill>
              </a:defRPr>
            </a:lvl4pPr>
            <a:lvl5pPr indent="-292100" lvl="4" marL="2286000">
              <a:lnSpc>
                <a:spcPct val="100000"/>
              </a:lnSpc>
              <a:spcBef>
                <a:spcPts val="0"/>
              </a:spcBef>
              <a:spcAft>
                <a:spcPts val="0"/>
              </a:spcAft>
              <a:buClr>
                <a:schemeClr val="dk1"/>
              </a:buClr>
              <a:buSzPts val="1000"/>
              <a:buChar char="○"/>
              <a:defRPr>
                <a:solidFill>
                  <a:schemeClr val="dk1"/>
                </a:solidFill>
              </a:defRPr>
            </a:lvl5pPr>
            <a:lvl6pPr indent="-292100" lvl="5" marL="2743200">
              <a:lnSpc>
                <a:spcPct val="100000"/>
              </a:lnSpc>
              <a:spcBef>
                <a:spcPts val="0"/>
              </a:spcBef>
              <a:spcAft>
                <a:spcPts val="0"/>
              </a:spcAft>
              <a:buClr>
                <a:schemeClr val="dk1"/>
              </a:buClr>
              <a:buSzPts val="1000"/>
              <a:buChar char="■"/>
              <a:defRPr>
                <a:solidFill>
                  <a:schemeClr val="dk1"/>
                </a:solidFill>
              </a:defRPr>
            </a:lvl6pPr>
            <a:lvl7pPr indent="-292100" lvl="6" marL="3200400">
              <a:lnSpc>
                <a:spcPct val="100000"/>
              </a:lnSpc>
              <a:spcBef>
                <a:spcPts val="0"/>
              </a:spcBef>
              <a:spcAft>
                <a:spcPts val="0"/>
              </a:spcAft>
              <a:buClr>
                <a:schemeClr val="dk1"/>
              </a:buClr>
              <a:buSzPts val="1000"/>
              <a:buChar char="●"/>
              <a:defRPr>
                <a:solidFill>
                  <a:schemeClr val="dk1"/>
                </a:solidFill>
              </a:defRPr>
            </a:lvl7pPr>
            <a:lvl8pPr indent="-292100" lvl="7" marL="3657600">
              <a:lnSpc>
                <a:spcPct val="100000"/>
              </a:lnSpc>
              <a:spcBef>
                <a:spcPts val="0"/>
              </a:spcBef>
              <a:spcAft>
                <a:spcPts val="0"/>
              </a:spcAft>
              <a:buClr>
                <a:schemeClr val="dk1"/>
              </a:buClr>
              <a:buSzPts val="1000"/>
              <a:buChar char="○"/>
              <a:defRPr>
                <a:solidFill>
                  <a:schemeClr val="dk1"/>
                </a:solidFill>
              </a:defRPr>
            </a:lvl8pPr>
            <a:lvl9pPr indent="-292100" lvl="8" marL="4114800">
              <a:lnSpc>
                <a:spcPct val="100000"/>
              </a:lnSpc>
              <a:spcBef>
                <a:spcPts val="0"/>
              </a:spcBef>
              <a:spcAft>
                <a:spcPts val="0"/>
              </a:spcAft>
              <a:buClr>
                <a:schemeClr val="dk1"/>
              </a:buClr>
              <a:buSzPts val="1000"/>
              <a:buChar char="■"/>
              <a:defRPr>
                <a:solidFill>
                  <a:schemeClr val="dk1"/>
                </a:solidFill>
              </a:defRPr>
            </a:lvl9pPr>
          </a:lstStyle>
          <a:p/>
        </p:txBody>
      </p:sp>
      <p:sp>
        <p:nvSpPr>
          <p:cNvPr id="587" name="Google Shape;587;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88" name="Google Shape;588;p67"/>
          <p:cNvSpPr/>
          <p:nvPr>
            <p:ph idx="2" type="pic"/>
          </p:nvPr>
        </p:nvSpPr>
        <p:spPr>
          <a:xfrm>
            <a:off x="3726325" y="669925"/>
            <a:ext cx="5220900" cy="4276800"/>
          </a:xfrm>
          <a:prstGeom prst="round2DiagRect">
            <a:avLst>
              <a:gd fmla="val 16667" name="adj1"/>
              <a:gd fmla="val 0" name="adj2"/>
            </a:avLst>
          </a:prstGeom>
          <a:noFill/>
          <a:ln>
            <a:noFill/>
          </a:ln>
        </p:spPr>
      </p:sp>
      <p:sp>
        <p:nvSpPr>
          <p:cNvPr id="589" name="Google Shape;589;p67"/>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590" name="Google Shape;590;p67"/>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591" name="Shape 591"/>
        <p:cNvGrpSpPr/>
        <p:nvPr/>
      </p:nvGrpSpPr>
      <p:grpSpPr>
        <a:xfrm>
          <a:off x="0" y="0"/>
          <a:ext cx="0" cy="0"/>
          <a:chOff x="0" y="0"/>
          <a:chExt cx="0" cy="0"/>
        </a:xfrm>
      </p:grpSpPr>
      <p:sp>
        <p:nvSpPr>
          <p:cNvPr id="592" name="Google Shape;592;p68"/>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3450"/>
              <a:buNone/>
              <a:defRPr>
                <a:solidFill>
                  <a:schemeClr val="lt1"/>
                </a:solidFill>
              </a:defRPr>
            </a:lvl1pPr>
            <a:lvl2pPr lvl="1">
              <a:spcBef>
                <a:spcPts val="0"/>
              </a:spcBef>
              <a:spcAft>
                <a:spcPts val="0"/>
              </a:spcAft>
              <a:buClr>
                <a:schemeClr val="lt1"/>
              </a:buClr>
              <a:buSzPts val="3450"/>
              <a:buNone/>
              <a:defRPr>
                <a:solidFill>
                  <a:schemeClr val="lt1"/>
                </a:solidFill>
              </a:defRPr>
            </a:lvl2pPr>
            <a:lvl3pPr lvl="2">
              <a:spcBef>
                <a:spcPts val="0"/>
              </a:spcBef>
              <a:spcAft>
                <a:spcPts val="0"/>
              </a:spcAft>
              <a:buClr>
                <a:schemeClr val="lt1"/>
              </a:buClr>
              <a:buSzPts val="3450"/>
              <a:buNone/>
              <a:defRPr>
                <a:solidFill>
                  <a:schemeClr val="lt1"/>
                </a:solidFill>
              </a:defRPr>
            </a:lvl3pPr>
            <a:lvl4pPr lvl="3">
              <a:spcBef>
                <a:spcPts val="0"/>
              </a:spcBef>
              <a:spcAft>
                <a:spcPts val="0"/>
              </a:spcAft>
              <a:buClr>
                <a:schemeClr val="lt1"/>
              </a:buClr>
              <a:buSzPts val="3450"/>
              <a:buNone/>
              <a:defRPr>
                <a:solidFill>
                  <a:schemeClr val="lt1"/>
                </a:solidFill>
              </a:defRPr>
            </a:lvl4pPr>
            <a:lvl5pPr lvl="4">
              <a:spcBef>
                <a:spcPts val="0"/>
              </a:spcBef>
              <a:spcAft>
                <a:spcPts val="0"/>
              </a:spcAft>
              <a:buClr>
                <a:schemeClr val="lt1"/>
              </a:buClr>
              <a:buSzPts val="3450"/>
              <a:buNone/>
              <a:defRPr>
                <a:solidFill>
                  <a:schemeClr val="lt1"/>
                </a:solidFill>
              </a:defRPr>
            </a:lvl5pPr>
            <a:lvl6pPr lvl="5">
              <a:spcBef>
                <a:spcPts val="0"/>
              </a:spcBef>
              <a:spcAft>
                <a:spcPts val="0"/>
              </a:spcAft>
              <a:buClr>
                <a:schemeClr val="lt1"/>
              </a:buClr>
              <a:buSzPts val="3450"/>
              <a:buNone/>
              <a:defRPr>
                <a:solidFill>
                  <a:schemeClr val="lt1"/>
                </a:solidFill>
              </a:defRPr>
            </a:lvl6pPr>
            <a:lvl7pPr lvl="6">
              <a:spcBef>
                <a:spcPts val="0"/>
              </a:spcBef>
              <a:spcAft>
                <a:spcPts val="0"/>
              </a:spcAft>
              <a:buClr>
                <a:schemeClr val="lt1"/>
              </a:buClr>
              <a:buSzPts val="3450"/>
              <a:buNone/>
              <a:defRPr>
                <a:solidFill>
                  <a:schemeClr val="lt1"/>
                </a:solidFill>
              </a:defRPr>
            </a:lvl7pPr>
            <a:lvl8pPr lvl="7">
              <a:spcBef>
                <a:spcPts val="0"/>
              </a:spcBef>
              <a:spcAft>
                <a:spcPts val="0"/>
              </a:spcAft>
              <a:buClr>
                <a:schemeClr val="lt1"/>
              </a:buClr>
              <a:buSzPts val="3450"/>
              <a:buNone/>
              <a:defRPr>
                <a:solidFill>
                  <a:schemeClr val="lt1"/>
                </a:solidFill>
              </a:defRPr>
            </a:lvl8pPr>
            <a:lvl9pPr lvl="8">
              <a:spcBef>
                <a:spcPts val="0"/>
              </a:spcBef>
              <a:spcAft>
                <a:spcPts val="0"/>
              </a:spcAft>
              <a:buClr>
                <a:schemeClr val="lt1"/>
              </a:buClr>
              <a:buSzPts val="3450"/>
              <a:buNone/>
              <a:defRPr>
                <a:solidFill>
                  <a:schemeClr val="lt1"/>
                </a:solidFill>
              </a:defRPr>
            </a:lvl9pPr>
          </a:lstStyle>
          <a:p/>
        </p:txBody>
      </p:sp>
      <p:sp>
        <p:nvSpPr>
          <p:cNvPr id="593" name="Google Shape;593;p68"/>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Clr>
                <a:schemeClr val="lt1"/>
              </a:buClr>
              <a:buSzPts val="1000"/>
              <a:buChar char="●"/>
              <a:defRPr>
                <a:solidFill>
                  <a:schemeClr val="lt1"/>
                </a:solidFill>
              </a:defRPr>
            </a:lvl1pPr>
            <a:lvl2pPr indent="-292100" lvl="1" marL="914400">
              <a:lnSpc>
                <a:spcPct val="100000"/>
              </a:lnSpc>
              <a:spcBef>
                <a:spcPts val="0"/>
              </a:spcBef>
              <a:spcAft>
                <a:spcPts val="0"/>
              </a:spcAft>
              <a:buClr>
                <a:schemeClr val="lt1"/>
              </a:buClr>
              <a:buSzPts val="1000"/>
              <a:buChar char="○"/>
              <a:defRPr sz="1000">
                <a:solidFill>
                  <a:schemeClr val="lt1"/>
                </a:solidFill>
              </a:defRPr>
            </a:lvl2pPr>
            <a:lvl3pPr indent="-292100" lvl="2" marL="1371600">
              <a:lnSpc>
                <a:spcPct val="100000"/>
              </a:lnSpc>
              <a:spcBef>
                <a:spcPts val="0"/>
              </a:spcBef>
              <a:spcAft>
                <a:spcPts val="0"/>
              </a:spcAft>
              <a:buClr>
                <a:schemeClr val="lt1"/>
              </a:buClr>
              <a:buSzPts val="1000"/>
              <a:buChar char="■"/>
              <a:defRPr>
                <a:solidFill>
                  <a:schemeClr val="lt1"/>
                </a:solidFill>
              </a:defRPr>
            </a:lvl3pPr>
            <a:lvl4pPr indent="-292100" lvl="3" marL="1828800">
              <a:lnSpc>
                <a:spcPct val="100000"/>
              </a:lnSpc>
              <a:spcBef>
                <a:spcPts val="0"/>
              </a:spcBef>
              <a:spcAft>
                <a:spcPts val="0"/>
              </a:spcAft>
              <a:buClr>
                <a:schemeClr val="lt1"/>
              </a:buClr>
              <a:buSzPts val="1000"/>
              <a:buChar char="●"/>
              <a:defRPr>
                <a:solidFill>
                  <a:schemeClr val="lt1"/>
                </a:solidFill>
              </a:defRPr>
            </a:lvl4pPr>
            <a:lvl5pPr indent="-292100" lvl="4" marL="2286000">
              <a:lnSpc>
                <a:spcPct val="100000"/>
              </a:lnSpc>
              <a:spcBef>
                <a:spcPts val="0"/>
              </a:spcBef>
              <a:spcAft>
                <a:spcPts val="0"/>
              </a:spcAft>
              <a:buClr>
                <a:schemeClr val="lt1"/>
              </a:buClr>
              <a:buSzPts val="1000"/>
              <a:buChar char="○"/>
              <a:defRPr>
                <a:solidFill>
                  <a:schemeClr val="lt1"/>
                </a:solidFill>
              </a:defRPr>
            </a:lvl5pPr>
            <a:lvl6pPr indent="-292100" lvl="5" marL="2743200">
              <a:lnSpc>
                <a:spcPct val="100000"/>
              </a:lnSpc>
              <a:spcBef>
                <a:spcPts val="0"/>
              </a:spcBef>
              <a:spcAft>
                <a:spcPts val="0"/>
              </a:spcAft>
              <a:buClr>
                <a:schemeClr val="lt1"/>
              </a:buClr>
              <a:buSzPts val="1000"/>
              <a:buChar char="■"/>
              <a:defRPr>
                <a:solidFill>
                  <a:schemeClr val="lt1"/>
                </a:solidFill>
              </a:defRPr>
            </a:lvl6pPr>
            <a:lvl7pPr indent="-292100" lvl="6" marL="3200400">
              <a:lnSpc>
                <a:spcPct val="100000"/>
              </a:lnSpc>
              <a:spcBef>
                <a:spcPts val="0"/>
              </a:spcBef>
              <a:spcAft>
                <a:spcPts val="0"/>
              </a:spcAft>
              <a:buClr>
                <a:schemeClr val="lt1"/>
              </a:buClr>
              <a:buSzPts val="1000"/>
              <a:buChar char="●"/>
              <a:defRPr>
                <a:solidFill>
                  <a:schemeClr val="lt1"/>
                </a:solidFill>
              </a:defRPr>
            </a:lvl7pPr>
            <a:lvl8pPr indent="-292100" lvl="7" marL="3657600">
              <a:lnSpc>
                <a:spcPct val="100000"/>
              </a:lnSpc>
              <a:spcBef>
                <a:spcPts val="0"/>
              </a:spcBef>
              <a:spcAft>
                <a:spcPts val="0"/>
              </a:spcAft>
              <a:buClr>
                <a:schemeClr val="lt1"/>
              </a:buClr>
              <a:buSzPts val="1000"/>
              <a:buChar char="○"/>
              <a:defRPr>
                <a:solidFill>
                  <a:schemeClr val="lt1"/>
                </a:solidFill>
              </a:defRPr>
            </a:lvl8pPr>
            <a:lvl9pPr indent="-292100" lvl="8" marL="4114800">
              <a:lnSpc>
                <a:spcPct val="100000"/>
              </a:lnSpc>
              <a:spcBef>
                <a:spcPts val="0"/>
              </a:spcBef>
              <a:spcAft>
                <a:spcPts val="0"/>
              </a:spcAft>
              <a:buClr>
                <a:schemeClr val="lt1"/>
              </a:buClr>
              <a:buSzPts val="1000"/>
              <a:buChar char="■"/>
              <a:defRPr>
                <a:solidFill>
                  <a:schemeClr val="lt1"/>
                </a:solidFill>
              </a:defRPr>
            </a:lvl9pPr>
          </a:lstStyle>
          <a:p/>
        </p:txBody>
      </p:sp>
      <p:sp>
        <p:nvSpPr>
          <p:cNvPr id="594" name="Google Shape;594;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5" name="Google Shape;595;p68"/>
          <p:cNvSpPr/>
          <p:nvPr>
            <p:ph idx="2" type="pic"/>
          </p:nvPr>
        </p:nvSpPr>
        <p:spPr>
          <a:xfrm>
            <a:off x="3726325" y="669925"/>
            <a:ext cx="5220900" cy="4276800"/>
          </a:xfrm>
          <a:prstGeom prst="round2DiagRect">
            <a:avLst>
              <a:gd fmla="val 16667" name="adj1"/>
              <a:gd fmla="val 0" name="adj2"/>
            </a:avLst>
          </a:prstGeom>
          <a:noFill/>
          <a:ln>
            <a:noFill/>
          </a:ln>
        </p:spPr>
      </p:sp>
      <p:sp>
        <p:nvSpPr>
          <p:cNvPr id="596" name="Google Shape;596;p68"/>
          <p:cNvSpPr txBox="1"/>
          <p:nvPr>
            <p:ph idx="3"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lt1"/>
              </a:buClr>
              <a:buSzPts val="800"/>
              <a:buChar char="●"/>
              <a:defRPr sz="800">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sz="800">
                <a:solidFill>
                  <a:schemeClr val="lt1"/>
                </a:solidFill>
              </a:defRPr>
            </a:lvl3pPr>
            <a:lvl4pPr indent="-279400" lvl="3" marL="1828800">
              <a:spcBef>
                <a:spcPts val="0"/>
              </a:spcBef>
              <a:spcAft>
                <a:spcPts val="0"/>
              </a:spcAft>
              <a:buClr>
                <a:schemeClr val="lt1"/>
              </a:buClr>
              <a:buSzPts val="800"/>
              <a:buChar char="●"/>
              <a:defRPr sz="800">
                <a:solidFill>
                  <a:schemeClr val="lt1"/>
                </a:solidFill>
              </a:defRPr>
            </a:lvl4pPr>
            <a:lvl5pPr indent="-279400" lvl="4" marL="2286000">
              <a:spcBef>
                <a:spcPts val="0"/>
              </a:spcBef>
              <a:spcAft>
                <a:spcPts val="0"/>
              </a:spcAft>
              <a:buClr>
                <a:schemeClr val="lt1"/>
              </a:buClr>
              <a:buSzPts val="800"/>
              <a:buChar char="○"/>
              <a:defRPr sz="800">
                <a:solidFill>
                  <a:schemeClr val="lt1"/>
                </a:solidFill>
              </a:defRPr>
            </a:lvl5pPr>
            <a:lvl6pPr indent="-279400" lvl="5" marL="2743200">
              <a:spcBef>
                <a:spcPts val="0"/>
              </a:spcBef>
              <a:spcAft>
                <a:spcPts val="0"/>
              </a:spcAft>
              <a:buClr>
                <a:schemeClr val="lt1"/>
              </a:buClr>
              <a:buSzPts val="800"/>
              <a:buChar char="■"/>
              <a:defRPr sz="800">
                <a:solidFill>
                  <a:schemeClr val="lt1"/>
                </a:solidFill>
              </a:defRPr>
            </a:lvl6pPr>
            <a:lvl7pPr indent="-279400" lvl="6" marL="3200400">
              <a:spcBef>
                <a:spcPts val="0"/>
              </a:spcBef>
              <a:spcAft>
                <a:spcPts val="0"/>
              </a:spcAft>
              <a:buClr>
                <a:schemeClr val="lt1"/>
              </a:buClr>
              <a:buSzPts val="800"/>
              <a:buChar char="●"/>
              <a:defRPr sz="800">
                <a:solidFill>
                  <a:schemeClr val="lt1"/>
                </a:solidFill>
              </a:defRPr>
            </a:lvl7pPr>
            <a:lvl8pPr indent="-279400" lvl="7" marL="3657600">
              <a:spcBef>
                <a:spcPts val="0"/>
              </a:spcBef>
              <a:spcAft>
                <a:spcPts val="0"/>
              </a:spcAft>
              <a:buClr>
                <a:schemeClr val="lt1"/>
              </a:buClr>
              <a:buSzPts val="800"/>
              <a:buChar char="○"/>
              <a:defRPr sz="800">
                <a:solidFill>
                  <a:schemeClr val="lt1"/>
                </a:solidFill>
              </a:defRPr>
            </a:lvl8pPr>
            <a:lvl9pPr indent="-279400" lvl="8" marL="4114800">
              <a:spcBef>
                <a:spcPts val="0"/>
              </a:spcBef>
              <a:spcAft>
                <a:spcPts val="0"/>
              </a:spcAft>
              <a:buClr>
                <a:schemeClr val="lt1"/>
              </a:buClr>
              <a:buSzPts val="800"/>
              <a:buChar char="■"/>
              <a:defRPr sz="800">
                <a:solidFill>
                  <a:schemeClr val="lt1"/>
                </a:solidFill>
              </a:defRPr>
            </a:lvl9pPr>
          </a:lstStyle>
          <a:p/>
        </p:txBody>
      </p:sp>
      <p:sp>
        <p:nvSpPr>
          <p:cNvPr id="597" name="Google Shape;597;p6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
        <p:nvSpPr>
          <p:cNvPr id="598" name="Google Shape;598;p68"/>
          <p:cNvSpPr txBox="1"/>
          <p:nvPr>
            <p:ph idx="5"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599" name="Shape 599"/>
        <p:cNvGrpSpPr/>
        <p:nvPr/>
      </p:nvGrpSpPr>
      <p:grpSpPr>
        <a:xfrm>
          <a:off x="0" y="0"/>
          <a:ext cx="0" cy="0"/>
          <a:chOff x="0" y="0"/>
          <a:chExt cx="0" cy="0"/>
        </a:xfrm>
      </p:grpSpPr>
      <p:sp>
        <p:nvSpPr>
          <p:cNvPr id="600" name="Google Shape;600;p69"/>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
        <p:nvSpPr>
          <p:cNvPr id="601" name="Google Shape;601;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602" name="Google Shape;602;p69"/>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3450"/>
              <a:buNone/>
              <a:defRPr>
                <a:solidFill>
                  <a:schemeClr val="dk2"/>
                </a:solidFill>
              </a:defRPr>
            </a:lvl1pPr>
            <a:lvl2pPr lvl="1">
              <a:spcBef>
                <a:spcPts val="0"/>
              </a:spcBef>
              <a:spcAft>
                <a:spcPts val="0"/>
              </a:spcAft>
              <a:buClr>
                <a:schemeClr val="dk2"/>
              </a:buClr>
              <a:buSzPts val="3450"/>
              <a:buNone/>
              <a:defRPr>
                <a:solidFill>
                  <a:schemeClr val="dk2"/>
                </a:solidFill>
              </a:defRPr>
            </a:lvl2pPr>
            <a:lvl3pPr lvl="2">
              <a:spcBef>
                <a:spcPts val="0"/>
              </a:spcBef>
              <a:spcAft>
                <a:spcPts val="0"/>
              </a:spcAft>
              <a:buClr>
                <a:schemeClr val="dk2"/>
              </a:buClr>
              <a:buSzPts val="3450"/>
              <a:buNone/>
              <a:defRPr>
                <a:solidFill>
                  <a:schemeClr val="dk2"/>
                </a:solidFill>
              </a:defRPr>
            </a:lvl3pPr>
            <a:lvl4pPr lvl="3">
              <a:spcBef>
                <a:spcPts val="0"/>
              </a:spcBef>
              <a:spcAft>
                <a:spcPts val="0"/>
              </a:spcAft>
              <a:buClr>
                <a:schemeClr val="dk2"/>
              </a:buClr>
              <a:buSzPts val="3450"/>
              <a:buNone/>
              <a:defRPr>
                <a:solidFill>
                  <a:schemeClr val="dk2"/>
                </a:solidFill>
              </a:defRPr>
            </a:lvl4pPr>
            <a:lvl5pPr lvl="4">
              <a:spcBef>
                <a:spcPts val="0"/>
              </a:spcBef>
              <a:spcAft>
                <a:spcPts val="0"/>
              </a:spcAft>
              <a:buClr>
                <a:schemeClr val="dk2"/>
              </a:buClr>
              <a:buSzPts val="3450"/>
              <a:buNone/>
              <a:defRPr>
                <a:solidFill>
                  <a:schemeClr val="dk2"/>
                </a:solidFill>
              </a:defRPr>
            </a:lvl5pPr>
            <a:lvl6pPr lvl="5">
              <a:spcBef>
                <a:spcPts val="0"/>
              </a:spcBef>
              <a:spcAft>
                <a:spcPts val="0"/>
              </a:spcAft>
              <a:buClr>
                <a:schemeClr val="dk2"/>
              </a:buClr>
              <a:buSzPts val="3450"/>
              <a:buNone/>
              <a:defRPr>
                <a:solidFill>
                  <a:schemeClr val="dk2"/>
                </a:solidFill>
              </a:defRPr>
            </a:lvl6pPr>
            <a:lvl7pPr lvl="6">
              <a:spcBef>
                <a:spcPts val="0"/>
              </a:spcBef>
              <a:spcAft>
                <a:spcPts val="0"/>
              </a:spcAft>
              <a:buClr>
                <a:schemeClr val="dk2"/>
              </a:buClr>
              <a:buSzPts val="3450"/>
              <a:buNone/>
              <a:defRPr>
                <a:solidFill>
                  <a:schemeClr val="dk2"/>
                </a:solidFill>
              </a:defRPr>
            </a:lvl7pPr>
            <a:lvl8pPr lvl="7">
              <a:spcBef>
                <a:spcPts val="0"/>
              </a:spcBef>
              <a:spcAft>
                <a:spcPts val="0"/>
              </a:spcAft>
              <a:buClr>
                <a:schemeClr val="dk2"/>
              </a:buClr>
              <a:buSzPts val="3450"/>
              <a:buNone/>
              <a:defRPr>
                <a:solidFill>
                  <a:schemeClr val="dk2"/>
                </a:solidFill>
              </a:defRPr>
            </a:lvl8pPr>
            <a:lvl9pPr lvl="8">
              <a:spcBef>
                <a:spcPts val="0"/>
              </a:spcBef>
              <a:spcAft>
                <a:spcPts val="0"/>
              </a:spcAft>
              <a:buClr>
                <a:schemeClr val="dk2"/>
              </a:buClr>
              <a:buSzPts val="3450"/>
              <a:buNone/>
              <a:defRPr>
                <a:solidFill>
                  <a:schemeClr val="dk2"/>
                </a:solidFill>
              </a:defRPr>
            </a:lvl9pPr>
          </a:lstStyle>
          <a:p/>
        </p:txBody>
      </p:sp>
      <p:sp>
        <p:nvSpPr>
          <p:cNvPr id="603" name="Google Shape;603;p69"/>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292100" lvl="1" marL="914400">
              <a:lnSpc>
                <a:spcPct val="100000"/>
              </a:lnSpc>
              <a:spcBef>
                <a:spcPts val="0"/>
              </a:spcBef>
              <a:spcAft>
                <a:spcPts val="0"/>
              </a:spcAft>
              <a:buSzPts val="1000"/>
              <a:buChar char="○"/>
              <a:defRPr sz="1000"/>
            </a:lvl2pPr>
            <a:lvl3pPr indent="-292100" lvl="2" marL="1371600">
              <a:lnSpc>
                <a:spcPct val="100000"/>
              </a:lnSpc>
              <a:spcBef>
                <a:spcPts val="0"/>
              </a:spcBef>
              <a:spcAft>
                <a:spcPts val="0"/>
              </a:spcAft>
              <a:buSzPts val="1000"/>
              <a:buChar char="■"/>
              <a:defRPr/>
            </a:lvl3pPr>
            <a:lvl4pPr indent="-292100" lvl="3" marL="1828800">
              <a:lnSpc>
                <a:spcPct val="100000"/>
              </a:lnSpc>
              <a:spcBef>
                <a:spcPts val="0"/>
              </a:spcBef>
              <a:spcAft>
                <a:spcPts val="0"/>
              </a:spcAft>
              <a:buSzPts val="1000"/>
              <a:buChar char="●"/>
              <a:defRPr/>
            </a:lvl4pPr>
            <a:lvl5pPr indent="-292100" lvl="4" marL="2286000">
              <a:lnSpc>
                <a:spcPct val="100000"/>
              </a:lnSpc>
              <a:spcBef>
                <a:spcPts val="0"/>
              </a:spcBef>
              <a:spcAft>
                <a:spcPts val="0"/>
              </a:spcAft>
              <a:buSzPts val="1000"/>
              <a:buChar char="○"/>
              <a:defRPr/>
            </a:lvl5pPr>
            <a:lvl6pPr indent="-292100" lvl="5" marL="2743200">
              <a:lnSpc>
                <a:spcPct val="100000"/>
              </a:lnSpc>
              <a:spcBef>
                <a:spcPts val="0"/>
              </a:spcBef>
              <a:spcAft>
                <a:spcPts val="0"/>
              </a:spcAft>
              <a:buSzPts val="1000"/>
              <a:buChar char="■"/>
              <a:defRPr/>
            </a:lvl6pPr>
            <a:lvl7pPr indent="-292100" lvl="6" marL="3200400">
              <a:lnSpc>
                <a:spcPct val="100000"/>
              </a:lnSpc>
              <a:spcBef>
                <a:spcPts val="0"/>
              </a:spcBef>
              <a:spcAft>
                <a:spcPts val="0"/>
              </a:spcAft>
              <a:buSzPts val="1000"/>
              <a:buChar char="●"/>
              <a:defRPr/>
            </a:lvl7pPr>
            <a:lvl8pPr indent="-292100" lvl="7" marL="3657600">
              <a:lnSpc>
                <a:spcPct val="100000"/>
              </a:lnSpc>
              <a:spcBef>
                <a:spcPts val="0"/>
              </a:spcBef>
              <a:spcAft>
                <a:spcPts val="0"/>
              </a:spcAft>
              <a:buSzPts val="1000"/>
              <a:buChar char="○"/>
              <a:defRPr/>
            </a:lvl8pPr>
            <a:lvl9pPr indent="-292100" lvl="8" marL="4114800">
              <a:lnSpc>
                <a:spcPct val="100000"/>
              </a:lnSpc>
              <a:spcBef>
                <a:spcPts val="0"/>
              </a:spcBef>
              <a:spcAft>
                <a:spcPts val="0"/>
              </a:spcAft>
              <a:buSzPts val="1000"/>
              <a:buChar char="■"/>
              <a:defRPr/>
            </a:lvl9pPr>
          </a:lstStyle>
          <a:p/>
        </p:txBody>
      </p:sp>
      <p:sp>
        <p:nvSpPr>
          <p:cNvPr id="604" name="Google Shape;604;p69"/>
          <p:cNvSpPr txBox="1"/>
          <p:nvPr>
            <p:ph idx="2"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05" name="Google Shape;605;p69"/>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lt1"/>
              </a:buClr>
              <a:buSzPts val="800"/>
              <a:buChar char="●"/>
              <a:defRPr sz="800">
                <a:solidFill>
                  <a:schemeClr val="lt1"/>
                </a:solidFill>
              </a:defRPr>
            </a:lvl1pPr>
            <a:lvl2pPr indent="-279400" lvl="1" marL="914400" algn="r">
              <a:spcBef>
                <a:spcPts val="0"/>
              </a:spcBef>
              <a:spcAft>
                <a:spcPts val="0"/>
              </a:spcAft>
              <a:buClr>
                <a:schemeClr val="lt1"/>
              </a:buClr>
              <a:buSzPts val="800"/>
              <a:buChar char="○"/>
              <a:defRPr>
                <a:solidFill>
                  <a:schemeClr val="lt1"/>
                </a:solidFill>
              </a:defRPr>
            </a:lvl2pPr>
            <a:lvl3pPr indent="-279400" lvl="2" marL="1371600" algn="r">
              <a:spcBef>
                <a:spcPts val="0"/>
              </a:spcBef>
              <a:spcAft>
                <a:spcPts val="0"/>
              </a:spcAft>
              <a:buClr>
                <a:schemeClr val="lt1"/>
              </a:buClr>
              <a:buSzPts val="800"/>
              <a:buChar char="■"/>
              <a:defRPr sz="800">
                <a:solidFill>
                  <a:schemeClr val="lt1"/>
                </a:solidFill>
              </a:defRPr>
            </a:lvl3pPr>
            <a:lvl4pPr indent="-279400" lvl="3" marL="1828800" algn="r">
              <a:spcBef>
                <a:spcPts val="0"/>
              </a:spcBef>
              <a:spcAft>
                <a:spcPts val="0"/>
              </a:spcAft>
              <a:buClr>
                <a:schemeClr val="lt1"/>
              </a:buClr>
              <a:buSzPts val="800"/>
              <a:buChar char="●"/>
              <a:defRPr sz="800">
                <a:solidFill>
                  <a:schemeClr val="lt1"/>
                </a:solidFill>
              </a:defRPr>
            </a:lvl4pPr>
            <a:lvl5pPr indent="-279400" lvl="4" marL="2286000" algn="r">
              <a:spcBef>
                <a:spcPts val="0"/>
              </a:spcBef>
              <a:spcAft>
                <a:spcPts val="0"/>
              </a:spcAft>
              <a:buClr>
                <a:schemeClr val="lt1"/>
              </a:buClr>
              <a:buSzPts val="800"/>
              <a:buChar char="○"/>
              <a:defRPr sz="800">
                <a:solidFill>
                  <a:schemeClr val="lt1"/>
                </a:solidFill>
              </a:defRPr>
            </a:lvl5pPr>
            <a:lvl6pPr indent="-279400" lvl="5" marL="2743200" algn="r">
              <a:spcBef>
                <a:spcPts val="0"/>
              </a:spcBef>
              <a:spcAft>
                <a:spcPts val="0"/>
              </a:spcAft>
              <a:buClr>
                <a:schemeClr val="lt1"/>
              </a:buClr>
              <a:buSzPts val="800"/>
              <a:buChar char="■"/>
              <a:defRPr sz="800">
                <a:solidFill>
                  <a:schemeClr val="lt1"/>
                </a:solidFill>
              </a:defRPr>
            </a:lvl6pPr>
            <a:lvl7pPr indent="-279400" lvl="6" marL="3200400" algn="r">
              <a:spcBef>
                <a:spcPts val="0"/>
              </a:spcBef>
              <a:spcAft>
                <a:spcPts val="0"/>
              </a:spcAft>
              <a:buClr>
                <a:schemeClr val="lt1"/>
              </a:buClr>
              <a:buSzPts val="800"/>
              <a:buChar char="●"/>
              <a:defRPr sz="800">
                <a:solidFill>
                  <a:schemeClr val="lt1"/>
                </a:solidFill>
              </a:defRPr>
            </a:lvl7pPr>
            <a:lvl8pPr indent="-279400" lvl="7" marL="3657600" algn="r">
              <a:spcBef>
                <a:spcPts val="0"/>
              </a:spcBef>
              <a:spcAft>
                <a:spcPts val="0"/>
              </a:spcAft>
              <a:buClr>
                <a:schemeClr val="lt1"/>
              </a:buClr>
              <a:buSzPts val="800"/>
              <a:buChar char="○"/>
              <a:defRPr sz="800">
                <a:solidFill>
                  <a:schemeClr val="lt1"/>
                </a:solidFill>
              </a:defRPr>
            </a:lvl8pPr>
            <a:lvl9pPr indent="-279400" lvl="8" marL="4114800" algn="r">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606" name="Shape 606"/>
        <p:cNvGrpSpPr/>
        <p:nvPr/>
      </p:nvGrpSpPr>
      <p:grpSpPr>
        <a:xfrm>
          <a:off x="0" y="0"/>
          <a:ext cx="0" cy="0"/>
          <a:chOff x="0" y="0"/>
          <a:chExt cx="0" cy="0"/>
        </a:xfrm>
      </p:grpSpPr>
      <p:sp>
        <p:nvSpPr>
          <p:cNvPr id="607" name="Google Shape;607;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08" name="Google Shape;608;p70"/>
          <p:cNvSpPr txBox="1"/>
          <p:nvPr>
            <p:ph idx="1" type="body"/>
          </p:nvPr>
        </p:nvSpPr>
        <p:spPr>
          <a:xfrm>
            <a:off x="203000" y="89145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09" name="Google Shape;609;p70"/>
          <p:cNvSpPr txBox="1"/>
          <p:nvPr>
            <p:ph idx="2" type="body"/>
          </p:nvPr>
        </p:nvSpPr>
        <p:spPr>
          <a:xfrm>
            <a:off x="2030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10" name="Google Shape;610;p70"/>
          <p:cNvSpPr txBox="1"/>
          <p:nvPr>
            <p:ph idx="3" type="body"/>
          </p:nvPr>
        </p:nvSpPr>
        <p:spPr>
          <a:xfrm>
            <a:off x="2030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11" name="Google Shape;611;p70"/>
          <p:cNvSpPr txBox="1"/>
          <p:nvPr>
            <p:ph idx="4" type="body"/>
          </p:nvPr>
        </p:nvSpPr>
        <p:spPr>
          <a:xfrm>
            <a:off x="2030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12" name="Google Shape;612;p70"/>
          <p:cNvSpPr txBox="1"/>
          <p:nvPr>
            <p:ph idx="5" type="body"/>
          </p:nvPr>
        </p:nvSpPr>
        <p:spPr>
          <a:xfrm>
            <a:off x="2030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13" name="Google Shape;613;p70"/>
          <p:cNvSpPr txBox="1"/>
          <p:nvPr>
            <p:ph idx="6" type="body"/>
          </p:nvPr>
        </p:nvSpPr>
        <p:spPr>
          <a:xfrm>
            <a:off x="2030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14" name="Google Shape;614;p70"/>
          <p:cNvSpPr txBox="1"/>
          <p:nvPr>
            <p:ph idx="7" type="body"/>
          </p:nvPr>
        </p:nvSpPr>
        <p:spPr>
          <a:xfrm>
            <a:off x="2030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15" name="Google Shape;615;p70"/>
          <p:cNvSpPr txBox="1"/>
          <p:nvPr>
            <p:ph idx="8" type="body"/>
          </p:nvPr>
        </p:nvSpPr>
        <p:spPr>
          <a:xfrm>
            <a:off x="203000" y="386240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16" name="Google Shape;616;p70"/>
          <p:cNvSpPr txBox="1"/>
          <p:nvPr>
            <p:ph idx="9" type="body"/>
          </p:nvPr>
        </p:nvSpPr>
        <p:spPr>
          <a:xfrm>
            <a:off x="2030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17" name="Google Shape;617;p70"/>
          <p:cNvSpPr txBox="1"/>
          <p:nvPr>
            <p:ph idx="13" type="body"/>
          </p:nvPr>
        </p:nvSpPr>
        <p:spPr>
          <a:xfrm>
            <a:off x="32496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18" name="Google Shape;618;p70"/>
          <p:cNvSpPr txBox="1"/>
          <p:nvPr>
            <p:ph idx="14" type="body"/>
          </p:nvPr>
        </p:nvSpPr>
        <p:spPr>
          <a:xfrm>
            <a:off x="32496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19" name="Google Shape;619;p70"/>
          <p:cNvSpPr txBox="1"/>
          <p:nvPr>
            <p:ph idx="15" type="body"/>
          </p:nvPr>
        </p:nvSpPr>
        <p:spPr>
          <a:xfrm>
            <a:off x="32496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20" name="Google Shape;620;p70"/>
          <p:cNvSpPr txBox="1"/>
          <p:nvPr>
            <p:ph idx="16" type="body"/>
          </p:nvPr>
        </p:nvSpPr>
        <p:spPr>
          <a:xfrm>
            <a:off x="32496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21" name="Google Shape;621;p70"/>
          <p:cNvSpPr txBox="1"/>
          <p:nvPr>
            <p:ph idx="17" type="body"/>
          </p:nvPr>
        </p:nvSpPr>
        <p:spPr>
          <a:xfrm>
            <a:off x="32496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22" name="Google Shape;622;p70"/>
          <p:cNvSpPr txBox="1"/>
          <p:nvPr>
            <p:ph idx="18" type="body"/>
          </p:nvPr>
        </p:nvSpPr>
        <p:spPr>
          <a:xfrm>
            <a:off x="32496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23" name="Google Shape;623;p70"/>
          <p:cNvSpPr txBox="1"/>
          <p:nvPr>
            <p:ph idx="19" type="body"/>
          </p:nvPr>
        </p:nvSpPr>
        <p:spPr>
          <a:xfrm>
            <a:off x="32496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24" name="Google Shape;624;p70"/>
          <p:cNvSpPr txBox="1"/>
          <p:nvPr>
            <p:ph idx="20" type="body"/>
          </p:nvPr>
        </p:nvSpPr>
        <p:spPr>
          <a:xfrm>
            <a:off x="32496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25" name="Google Shape;625;p70"/>
          <p:cNvSpPr txBox="1"/>
          <p:nvPr>
            <p:ph idx="21" type="body"/>
          </p:nvPr>
        </p:nvSpPr>
        <p:spPr>
          <a:xfrm>
            <a:off x="3249600" y="413060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26" name="Google Shape;626;p70"/>
          <p:cNvSpPr txBox="1"/>
          <p:nvPr>
            <p:ph idx="22" type="body"/>
          </p:nvPr>
        </p:nvSpPr>
        <p:spPr>
          <a:xfrm>
            <a:off x="6296200" y="8914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27" name="Google Shape;627;p70"/>
          <p:cNvSpPr txBox="1"/>
          <p:nvPr>
            <p:ph idx="23" type="body"/>
          </p:nvPr>
        </p:nvSpPr>
        <p:spPr>
          <a:xfrm>
            <a:off x="6296200" y="13204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28" name="Google Shape;628;p70"/>
          <p:cNvSpPr txBox="1"/>
          <p:nvPr>
            <p:ph idx="24" type="body"/>
          </p:nvPr>
        </p:nvSpPr>
        <p:spPr>
          <a:xfrm>
            <a:off x="6296200" y="15886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29" name="Google Shape;629;p70"/>
          <p:cNvSpPr txBox="1"/>
          <p:nvPr>
            <p:ph idx="25" type="body"/>
          </p:nvPr>
        </p:nvSpPr>
        <p:spPr>
          <a:xfrm>
            <a:off x="6296200" y="2206550"/>
            <a:ext cx="2644800" cy="429000"/>
          </a:xfrm>
          <a:prstGeom prst="rect">
            <a:avLst/>
          </a:prstGeom>
        </p:spPr>
        <p:txBody>
          <a:bodyPr anchorCtr="0" anchor="ctr" bIns="91425" lIns="91425" spcFirstLastPara="1" rIns="91425" wrap="square" tIns="91425">
            <a:norm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0" name="Google Shape;630;p70"/>
          <p:cNvSpPr txBox="1"/>
          <p:nvPr>
            <p:ph idx="26" type="body"/>
          </p:nvPr>
        </p:nvSpPr>
        <p:spPr>
          <a:xfrm>
            <a:off x="6296200" y="2635550"/>
            <a:ext cx="2644800" cy="268200"/>
          </a:xfrm>
          <a:prstGeom prst="rect">
            <a:avLst/>
          </a:prstGeom>
        </p:spPr>
        <p:txBody>
          <a:bodyPr anchorCtr="0" anchor="t" bIns="91425" lIns="91425" spcFirstLastPara="1" rIns="91425" wrap="square" tIns="91425">
            <a:norm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1" name="Google Shape;631;p70"/>
          <p:cNvSpPr txBox="1"/>
          <p:nvPr>
            <p:ph idx="27" type="body"/>
          </p:nvPr>
        </p:nvSpPr>
        <p:spPr>
          <a:xfrm>
            <a:off x="6296200" y="2903750"/>
            <a:ext cx="2644800" cy="268200"/>
          </a:xfrm>
          <a:prstGeom prst="rect">
            <a:avLst/>
          </a:prstGeom>
        </p:spPr>
        <p:txBody>
          <a:bodyPr anchorCtr="0" anchor="t" bIns="91425" lIns="91425" spcFirstLastPara="1" rIns="91425" wrap="square" tIns="91425">
            <a:norm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32" name="Google Shape;632;p70"/>
          <p:cNvSpPr txBox="1"/>
          <p:nvPr>
            <p:ph idx="28" type="body"/>
          </p:nvPr>
        </p:nvSpPr>
        <p:spPr>
          <a:xfrm>
            <a:off x="6296200" y="3433400"/>
            <a:ext cx="2644800" cy="429000"/>
          </a:xfrm>
          <a:prstGeom prst="rect">
            <a:avLst/>
          </a:prstGeom>
        </p:spPr>
        <p:txBody>
          <a:bodyPr anchorCtr="0" anchor="ctr" bIns="91425" lIns="91425" spcFirstLastPara="1" rIns="91425" wrap="square" tIns="91425">
            <a:noAutofit/>
          </a:bodyPr>
          <a:lstStyle>
            <a:lvl1pPr indent="-342900" lvl="0" marL="457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3" name="Google Shape;633;p70"/>
          <p:cNvSpPr txBox="1"/>
          <p:nvPr>
            <p:ph idx="29" type="body"/>
          </p:nvPr>
        </p:nvSpPr>
        <p:spPr>
          <a:xfrm>
            <a:off x="6296200" y="3862400"/>
            <a:ext cx="2644800" cy="268200"/>
          </a:xfrm>
          <a:prstGeom prst="rect">
            <a:avLst/>
          </a:prstGeom>
        </p:spPr>
        <p:txBody>
          <a:bodyPr anchorCtr="0" anchor="t" bIns="91425" lIns="91425" spcFirstLastPara="1" rIns="91425" wrap="square" tIns="91425">
            <a:noAutofit/>
          </a:bodyPr>
          <a:lstStyle>
            <a:lvl1pPr indent="-292100" lvl="0" marL="457200">
              <a:lnSpc>
                <a:spcPct val="100000"/>
              </a:lnSpc>
              <a:spcBef>
                <a:spcPts val="0"/>
              </a:spcBef>
              <a:spcAft>
                <a:spcPts val="0"/>
              </a:spcAft>
              <a:buSzPts val="1000"/>
              <a:buChar char="●"/>
              <a:defRPr/>
            </a:lvl1pPr>
            <a:lvl2pPr indent="-342900" lvl="1" marL="914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2pPr>
            <a:lvl3pPr indent="-342900" lvl="2" marL="1371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3pPr>
            <a:lvl4pPr indent="-342900" lvl="3" marL="1828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4pPr>
            <a:lvl5pPr indent="-342900" lvl="4" marL="22860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5pPr>
            <a:lvl6pPr indent="-342900" lvl="5" marL="27432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6pPr>
            <a:lvl7pPr indent="-342900" lvl="6" marL="32004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7pPr>
            <a:lvl8pPr indent="-342900" lvl="7" marL="36576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8pPr>
            <a:lvl9pPr indent="-342900" lvl="8" marL="4114800">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9pPr>
          </a:lstStyle>
          <a:p/>
        </p:txBody>
      </p:sp>
      <p:sp>
        <p:nvSpPr>
          <p:cNvPr id="634" name="Google Shape;634;p70"/>
          <p:cNvSpPr txBox="1"/>
          <p:nvPr>
            <p:ph idx="30" type="body"/>
          </p:nvPr>
        </p:nvSpPr>
        <p:spPr>
          <a:xfrm>
            <a:off x="6296200" y="4130600"/>
            <a:ext cx="2644800" cy="268200"/>
          </a:xfrm>
          <a:prstGeom prst="rect">
            <a:avLst/>
          </a:prstGeom>
        </p:spPr>
        <p:txBody>
          <a:bodyPr anchorCtr="0" anchor="t" bIns="91425" lIns="91425" spcFirstLastPara="1" rIns="91425" wrap="square" tIns="91425">
            <a:noAutofit/>
          </a:bodyPr>
          <a:lstStyle>
            <a:lvl1pPr indent="-279400" lvl="0" marL="457200">
              <a:lnSpc>
                <a:spcPct val="100000"/>
              </a:lnSpc>
              <a:spcBef>
                <a:spcPts val="0"/>
              </a:spcBef>
              <a:spcAft>
                <a:spcPts val="0"/>
              </a:spcAft>
              <a:buSzPts val="800"/>
              <a:buChar char="●"/>
              <a:defRPr sz="800"/>
            </a:lvl1pPr>
            <a:lvl2pPr indent="-279400" lvl="1" marL="914400">
              <a:lnSpc>
                <a:spcPct val="100000"/>
              </a:lnSpc>
              <a:spcBef>
                <a:spcPts val="0"/>
              </a:spcBef>
              <a:spcAft>
                <a:spcPts val="0"/>
              </a:spcAft>
              <a:buSzPts val="800"/>
              <a:buFont typeface="DM Sans Medium"/>
              <a:buChar char="○"/>
              <a:defRPr>
                <a:latin typeface="DM Sans Medium"/>
                <a:ea typeface="DM Sans Medium"/>
                <a:cs typeface="DM Sans Medium"/>
                <a:sym typeface="DM Sans Medium"/>
              </a:defRPr>
            </a:lvl2pPr>
            <a:lvl3pPr indent="-279400" lvl="2" marL="1371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3pPr>
            <a:lvl4pPr indent="-279400" lvl="3" marL="1828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4pPr>
            <a:lvl5pPr indent="-279400" lvl="4" marL="22860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5pPr>
            <a:lvl6pPr indent="-279400" lvl="5" marL="27432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6pPr>
            <a:lvl7pPr indent="-279400" lvl="6" marL="32004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7pPr>
            <a:lvl8pPr indent="-279400" lvl="7" marL="36576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8pPr>
            <a:lvl9pPr indent="-279400" lvl="8" marL="4114800">
              <a:lnSpc>
                <a:spcPct val="100000"/>
              </a:lnSpc>
              <a:spcBef>
                <a:spcPts val="0"/>
              </a:spcBef>
              <a:spcAft>
                <a:spcPts val="0"/>
              </a:spcAft>
              <a:buSzPts val="800"/>
              <a:buFont typeface="DM Sans Medium"/>
              <a:buChar char="■"/>
              <a:defRPr sz="800">
                <a:latin typeface="DM Sans Medium"/>
                <a:ea typeface="DM Sans Medium"/>
                <a:cs typeface="DM Sans Medium"/>
                <a:sym typeface="DM Sans Medium"/>
              </a:defRPr>
            </a:lvl9pPr>
          </a:lstStyle>
          <a:p/>
        </p:txBody>
      </p:sp>
      <p:sp>
        <p:nvSpPr>
          <p:cNvPr id="635" name="Google Shape;635;p70"/>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36" name="Google Shape;636;p70"/>
          <p:cNvSpPr txBox="1"/>
          <p:nvPr>
            <p:ph idx="3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SzPts val="800"/>
              <a:buChar char="●"/>
              <a:defRPr sz="800"/>
            </a:lvl1pPr>
            <a:lvl2pPr indent="-279400" lvl="1" marL="914400" algn="r">
              <a:spcBef>
                <a:spcPts val="0"/>
              </a:spcBef>
              <a:spcAft>
                <a:spcPts val="0"/>
              </a:spcAft>
              <a:buSzPts val="800"/>
              <a:buChar char="○"/>
              <a:defRPr/>
            </a:lvl2pPr>
            <a:lvl3pPr indent="-279400" lvl="2" marL="1371600" algn="r">
              <a:spcBef>
                <a:spcPts val="0"/>
              </a:spcBef>
              <a:spcAft>
                <a:spcPts val="0"/>
              </a:spcAft>
              <a:buSzPts val="800"/>
              <a:buChar char="■"/>
              <a:defRPr sz="800"/>
            </a:lvl3pPr>
            <a:lvl4pPr indent="-279400" lvl="3" marL="1828800" algn="r">
              <a:spcBef>
                <a:spcPts val="0"/>
              </a:spcBef>
              <a:spcAft>
                <a:spcPts val="0"/>
              </a:spcAft>
              <a:buSzPts val="800"/>
              <a:buChar char="●"/>
              <a:defRPr sz="800"/>
            </a:lvl4pPr>
            <a:lvl5pPr indent="-279400" lvl="4" marL="2286000" algn="r">
              <a:spcBef>
                <a:spcPts val="0"/>
              </a:spcBef>
              <a:spcAft>
                <a:spcPts val="0"/>
              </a:spcAft>
              <a:buSzPts val="800"/>
              <a:buChar char="○"/>
              <a:defRPr sz="800"/>
            </a:lvl5pPr>
            <a:lvl6pPr indent="-279400" lvl="5" marL="2743200" algn="r">
              <a:spcBef>
                <a:spcPts val="0"/>
              </a:spcBef>
              <a:spcAft>
                <a:spcPts val="0"/>
              </a:spcAft>
              <a:buSzPts val="800"/>
              <a:buChar char="■"/>
              <a:defRPr sz="800"/>
            </a:lvl6pPr>
            <a:lvl7pPr indent="-279400" lvl="6" marL="3200400" algn="r">
              <a:spcBef>
                <a:spcPts val="0"/>
              </a:spcBef>
              <a:spcAft>
                <a:spcPts val="0"/>
              </a:spcAft>
              <a:buSzPts val="800"/>
              <a:buChar char="●"/>
              <a:defRPr sz="800"/>
            </a:lvl7pPr>
            <a:lvl8pPr indent="-279400" lvl="7" marL="3657600" algn="r">
              <a:spcBef>
                <a:spcPts val="0"/>
              </a:spcBef>
              <a:spcAft>
                <a:spcPts val="0"/>
              </a:spcAft>
              <a:buSzPts val="800"/>
              <a:buChar char="○"/>
              <a:defRPr sz="800"/>
            </a:lvl8pPr>
            <a:lvl9pPr indent="-279400" lvl="8" marL="4114800" algn="r">
              <a:spcBef>
                <a:spcPts val="0"/>
              </a:spcBef>
              <a:spcAft>
                <a:spcPts val="0"/>
              </a:spcAft>
              <a:buSzPts val="800"/>
              <a:buChar char="■"/>
              <a:defRPr sz="8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637" name="Shape 637"/>
        <p:cNvGrpSpPr/>
        <p:nvPr/>
      </p:nvGrpSpPr>
      <p:grpSpPr>
        <a:xfrm>
          <a:off x="0" y="0"/>
          <a:ext cx="0" cy="0"/>
          <a:chOff x="0" y="0"/>
          <a:chExt cx="0" cy="0"/>
        </a:xfrm>
      </p:grpSpPr>
      <p:sp>
        <p:nvSpPr>
          <p:cNvPr id="638" name="Google Shape;638;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71"/>
          <p:cNvSpPr txBox="1"/>
          <p:nvPr>
            <p:ph idx="1" type="body"/>
          </p:nvPr>
        </p:nvSpPr>
        <p:spPr>
          <a:xfrm>
            <a:off x="196951" y="196725"/>
            <a:ext cx="1860300" cy="209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Clr>
                <a:schemeClr val="dk1"/>
              </a:buClr>
              <a:buSzPts val="800"/>
              <a:buChar char="●"/>
              <a:defRPr sz="800">
                <a:solidFill>
                  <a:schemeClr val="dk1"/>
                </a:solidFill>
              </a:defRPr>
            </a:lvl1pPr>
            <a:lvl2pPr indent="-279400" lvl="1" marL="914400">
              <a:spcBef>
                <a:spcPts val="0"/>
              </a:spcBef>
              <a:spcAft>
                <a:spcPts val="0"/>
              </a:spcAft>
              <a:buClr>
                <a:schemeClr val="dk1"/>
              </a:buClr>
              <a:buSzPts val="800"/>
              <a:buChar char="○"/>
              <a:defRPr>
                <a:solidFill>
                  <a:schemeClr val="dk1"/>
                </a:solidFill>
              </a:defRPr>
            </a:lvl2pPr>
            <a:lvl3pPr indent="-279400" lvl="2" marL="1371600">
              <a:spcBef>
                <a:spcPts val="0"/>
              </a:spcBef>
              <a:spcAft>
                <a:spcPts val="0"/>
              </a:spcAft>
              <a:buClr>
                <a:schemeClr val="dk1"/>
              </a:buClr>
              <a:buSzPts val="800"/>
              <a:buChar char="■"/>
              <a:defRPr sz="800">
                <a:solidFill>
                  <a:schemeClr val="dk1"/>
                </a:solidFill>
              </a:defRPr>
            </a:lvl3pPr>
            <a:lvl4pPr indent="-279400" lvl="3" marL="1828800">
              <a:spcBef>
                <a:spcPts val="0"/>
              </a:spcBef>
              <a:spcAft>
                <a:spcPts val="0"/>
              </a:spcAft>
              <a:buClr>
                <a:schemeClr val="dk1"/>
              </a:buClr>
              <a:buSzPts val="800"/>
              <a:buChar char="●"/>
              <a:defRPr sz="800">
                <a:solidFill>
                  <a:schemeClr val="dk1"/>
                </a:solidFill>
              </a:defRPr>
            </a:lvl4pPr>
            <a:lvl5pPr indent="-279400" lvl="4" marL="2286000">
              <a:spcBef>
                <a:spcPts val="0"/>
              </a:spcBef>
              <a:spcAft>
                <a:spcPts val="0"/>
              </a:spcAft>
              <a:buClr>
                <a:schemeClr val="dk1"/>
              </a:buClr>
              <a:buSzPts val="800"/>
              <a:buChar char="○"/>
              <a:defRPr sz="800">
                <a:solidFill>
                  <a:schemeClr val="dk1"/>
                </a:solidFill>
              </a:defRPr>
            </a:lvl5pPr>
            <a:lvl6pPr indent="-279400" lvl="5" marL="2743200">
              <a:spcBef>
                <a:spcPts val="0"/>
              </a:spcBef>
              <a:spcAft>
                <a:spcPts val="0"/>
              </a:spcAft>
              <a:buClr>
                <a:schemeClr val="dk1"/>
              </a:buClr>
              <a:buSzPts val="800"/>
              <a:buChar char="■"/>
              <a:defRPr sz="800">
                <a:solidFill>
                  <a:schemeClr val="dk1"/>
                </a:solidFill>
              </a:defRPr>
            </a:lvl6pPr>
            <a:lvl7pPr indent="-279400" lvl="6" marL="3200400">
              <a:spcBef>
                <a:spcPts val="0"/>
              </a:spcBef>
              <a:spcAft>
                <a:spcPts val="0"/>
              </a:spcAft>
              <a:buClr>
                <a:schemeClr val="dk1"/>
              </a:buClr>
              <a:buSzPts val="800"/>
              <a:buChar char="●"/>
              <a:defRPr sz="800">
                <a:solidFill>
                  <a:schemeClr val="dk1"/>
                </a:solidFill>
              </a:defRPr>
            </a:lvl7pPr>
            <a:lvl8pPr indent="-279400" lvl="7" marL="3657600">
              <a:spcBef>
                <a:spcPts val="0"/>
              </a:spcBef>
              <a:spcAft>
                <a:spcPts val="0"/>
              </a:spcAft>
              <a:buClr>
                <a:schemeClr val="dk1"/>
              </a:buClr>
              <a:buSzPts val="800"/>
              <a:buChar char="○"/>
              <a:defRPr sz="800">
                <a:solidFill>
                  <a:schemeClr val="dk1"/>
                </a:solidFill>
              </a:defRPr>
            </a:lvl8pPr>
            <a:lvl9pPr indent="-279400" lvl="8" marL="4114800">
              <a:spcBef>
                <a:spcPts val="0"/>
              </a:spcBef>
              <a:spcAft>
                <a:spcPts val="0"/>
              </a:spcAft>
              <a:buClr>
                <a:schemeClr val="dk1"/>
              </a:buClr>
              <a:buSzPts val="800"/>
              <a:buChar char="■"/>
              <a:defRPr sz="800">
                <a:solidFill>
                  <a:schemeClr val="dk1"/>
                </a:solidFill>
              </a:defRPr>
            </a:lvl9pPr>
          </a:lstStyle>
          <a:p/>
        </p:txBody>
      </p:sp>
      <p:sp>
        <p:nvSpPr>
          <p:cNvPr id="640" name="Google Shape;640;p7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lvl1pPr indent="-279400" lvl="0" marL="457200" algn="r">
              <a:spcBef>
                <a:spcPts val="0"/>
              </a:spcBef>
              <a:spcAft>
                <a:spcPts val="0"/>
              </a:spcAft>
              <a:buClr>
                <a:schemeClr val="dk1"/>
              </a:buClr>
              <a:buSzPts val="800"/>
              <a:buChar char="●"/>
              <a:defRPr sz="800">
                <a:solidFill>
                  <a:schemeClr val="dk1"/>
                </a:solidFill>
              </a:defRPr>
            </a:lvl1pPr>
            <a:lvl2pPr indent="-279400" lvl="1" marL="914400" algn="r">
              <a:spcBef>
                <a:spcPts val="0"/>
              </a:spcBef>
              <a:spcAft>
                <a:spcPts val="0"/>
              </a:spcAft>
              <a:buClr>
                <a:schemeClr val="dk1"/>
              </a:buClr>
              <a:buSzPts val="800"/>
              <a:buChar char="○"/>
              <a:defRPr>
                <a:solidFill>
                  <a:schemeClr val="dk1"/>
                </a:solidFill>
              </a:defRPr>
            </a:lvl2pPr>
            <a:lvl3pPr indent="-279400" lvl="2" marL="1371600" algn="r">
              <a:spcBef>
                <a:spcPts val="0"/>
              </a:spcBef>
              <a:spcAft>
                <a:spcPts val="0"/>
              </a:spcAft>
              <a:buClr>
                <a:schemeClr val="dk1"/>
              </a:buClr>
              <a:buSzPts val="800"/>
              <a:buChar char="■"/>
              <a:defRPr sz="800">
                <a:solidFill>
                  <a:schemeClr val="dk1"/>
                </a:solidFill>
              </a:defRPr>
            </a:lvl3pPr>
            <a:lvl4pPr indent="-279400" lvl="3" marL="1828800" algn="r">
              <a:spcBef>
                <a:spcPts val="0"/>
              </a:spcBef>
              <a:spcAft>
                <a:spcPts val="0"/>
              </a:spcAft>
              <a:buClr>
                <a:schemeClr val="dk1"/>
              </a:buClr>
              <a:buSzPts val="800"/>
              <a:buChar char="●"/>
              <a:defRPr sz="800">
                <a:solidFill>
                  <a:schemeClr val="dk1"/>
                </a:solidFill>
              </a:defRPr>
            </a:lvl4pPr>
            <a:lvl5pPr indent="-279400" lvl="4" marL="2286000" algn="r">
              <a:spcBef>
                <a:spcPts val="0"/>
              </a:spcBef>
              <a:spcAft>
                <a:spcPts val="0"/>
              </a:spcAft>
              <a:buClr>
                <a:schemeClr val="dk1"/>
              </a:buClr>
              <a:buSzPts val="800"/>
              <a:buChar char="○"/>
              <a:defRPr sz="800">
                <a:solidFill>
                  <a:schemeClr val="dk1"/>
                </a:solidFill>
              </a:defRPr>
            </a:lvl5pPr>
            <a:lvl6pPr indent="-279400" lvl="5" marL="2743200" algn="r">
              <a:spcBef>
                <a:spcPts val="0"/>
              </a:spcBef>
              <a:spcAft>
                <a:spcPts val="0"/>
              </a:spcAft>
              <a:buClr>
                <a:schemeClr val="dk1"/>
              </a:buClr>
              <a:buSzPts val="800"/>
              <a:buChar char="■"/>
              <a:defRPr sz="800">
                <a:solidFill>
                  <a:schemeClr val="dk1"/>
                </a:solidFill>
              </a:defRPr>
            </a:lvl6pPr>
            <a:lvl7pPr indent="-279400" lvl="6" marL="3200400" algn="r">
              <a:spcBef>
                <a:spcPts val="0"/>
              </a:spcBef>
              <a:spcAft>
                <a:spcPts val="0"/>
              </a:spcAft>
              <a:buClr>
                <a:schemeClr val="dk1"/>
              </a:buClr>
              <a:buSzPts val="800"/>
              <a:buChar char="●"/>
              <a:defRPr sz="800">
                <a:solidFill>
                  <a:schemeClr val="dk1"/>
                </a:solidFill>
              </a:defRPr>
            </a:lvl7pPr>
            <a:lvl8pPr indent="-279400" lvl="7" marL="3657600" algn="r">
              <a:spcBef>
                <a:spcPts val="0"/>
              </a:spcBef>
              <a:spcAft>
                <a:spcPts val="0"/>
              </a:spcAft>
              <a:buClr>
                <a:schemeClr val="dk1"/>
              </a:buClr>
              <a:buSzPts val="800"/>
              <a:buChar char="○"/>
              <a:defRPr sz="800">
                <a:solidFill>
                  <a:schemeClr val="dk1"/>
                </a:solidFill>
              </a:defRPr>
            </a:lvl8pPr>
            <a:lvl9pPr indent="-279400" lvl="8" marL="4114800" algn="r">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3.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59.xml"/><Relationship Id="rId22" Type="http://schemas.openxmlformats.org/officeDocument/2006/relationships/slideLayout" Target="../slideLayouts/slideLayout61.xml"/><Relationship Id="rId21" Type="http://schemas.openxmlformats.org/officeDocument/2006/relationships/slideLayout" Target="../slideLayouts/slideLayout60.xml"/><Relationship Id="rId24" Type="http://schemas.openxmlformats.org/officeDocument/2006/relationships/slideLayout" Target="../slideLayouts/slideLayout63.xml"/><Relationship Id="rId23" Type="http://schemas.openxmlformats.org/officeDocument/2006/relationships/slideLayout" Target="../slideLayouts/slideLayout62.xml"/><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9" Type="http://schemas.openxmlformats.org/officeDocument/2006/relationships/slideLayout" Target="../slideLayouts/slideLayout48.xml"/><Relationship Id="rId26" Type="http://schemas.openxmlformats.org/officeDocument/2006/relationships/slideLayout" Target="../slideLayouts/slideLayout65.xml"/><Relationship Id="rId25" Type="http://schemas.openxmlformats.org/officeDocument/2006/relationships/slideLayout" Target="../slideLayouts/slideLayout64.xml"/><Relationship Id="rId28" Type="http://schemas.openxmlformats.org/officeDocument/2006/relationships/slideLayout" Target="../slideLayouts/slideLayout67.xml"/><Relationship Id="rId27" Type="http://schemas.openxmlformats.org/officeDocument/2006/relationships/slideLayout" Target="../slideLayouts/slideLayout66.xml"/><Relationship Id="rId5" Type="http://schemas.openxmlformats.org/officeDocument/2006/relationships/slideLayout" Target="../slideLayouts/slideLayout44.xml"/><Relationship Id="rId6" Type="http://schemas.openxmlformats.org/officeDocument/2006/relationships/slideLayout" Target="../slideLayouts/slideLayout45.xml"/><Relationship Id="rId29" Type="http://schemas.openxmlformats.org/officeDocument/2006/relationships/slideLayout" Target="../slideLayouts/slideLayout68.xml"/><Relationship Id="rId7" Type="http://schemas.openxmlformats.org/officeDocument/2006/relationships/slideLayout" Target="../slideLayouts/slideLayout46.xml"/><Relationship Id="rId8" Type="http://schemas.openxmlformats.org/officeDocument/2006/relationships/slideLayout" Target="../slideLayouts/slideLayout47.xml"/><Relationship Id="rId31" Type="http://schemas.openxmlformats.org/officeDocument/2006/relationships/theme" Target="../theme/theme1.xml"/><Relationship Id="rId30" Type="http://schemas.openxmlformats.org/officeDocument/2006/relationships/slideLayout" Target="../slideLayouts/slideLayout69.xml"/><Relationship Id="rId11" Type="http://schemas.openxmlformats.org/officeDocument/2006/relationships/slideLayout" Target="../slideLayouts/slideLayout50.xml"/><Relationship Id="rId10" Type="http://schemas.openxmlformats.org/officeDocument/2006/relationships/slideLayout" Target="../slideLayouts/slideLayout49.xml"/><Relationship Id="rId13" Type="http://schemas.openxmlformats.org/officeDocument/2006/relationships/slideLayout" Target="../slideLayouts/slideLayout52.xml"/><Relationship Id="rId12" Type="http://schemas.openxmlformats.org/officeDocument/2006/relationships/slideLayout" Target="../slideLayouts/slideLayout51.xml"/><Relationship Id="rId15" Type="http://schemas.openxmlformats.org/officeDocument/2006/relationships/slideLayout" Target="../slideLayouts/slideLayout54.xml"/><Relationship Id="rId14" Type="http://schemas.openxmlformats.org/officeDocument/2006/relationships/slideLayout" Target="../slideLayouts/slideLayout53.xml"/><Relationship Id="rId17" Type="http://schemas.openxmlformats.org/officeDocument/2006/relationships/slideLayout" Target="../slideLayouts/slideLayout56.xml"/><Relationship Id="rId16" Type="http://schemas.openxmlformats.org/officeDocument/2006/relationships/slideLayout" Target="../slideLayouts/slideLayout55.xml"/><Relationship Id="rId19" Type="http://schemas.openxmlformats.org/officeDocument/2006/relationships/slideLayout" Target="../slideLayouts/slideLayout58.xml"/><Relationship Id="rId18"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33" name="Shape 433"/>
        <p:cNvGrpSpPr/>
        <p:nvPr/>
      </p:nvGrpSpPr>
      <p:grpSpPr>
        <a:xfrm>
          <a:off x="0" y="0"/>
          <a:ext cx="0" cy="0"/>
          <a:chOff x="0" y="0"/>
          <a:chExt cx="0" cy="0"/>
        </a:xfrm>
      </p:grpSpPr>
      <p:sp>
        <p:nvSpPr>
          <p:cNvPr id="434" name="Google Shape;434;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1pPr>
            <a:lvl2pPr lvl="1">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2pPr>
            <a:lvl3pPr lvl="2">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3pPr>
            <a:lvl4pPr lvl="3">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4pPr>
            <a:lvl5pPr lvl="4">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5pPr>
            <a:lvl6pPr lvl="5">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6pPr>
            <a:lvl7pPr lvl="6">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7pPr>
            <a:lvl8pPr lvl="7">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8pPr>
            <a:lvl9pPr lvl="8">
              <a:lnSpc>
                <a:spcPct val="90000"/>
              </a:lnSpc>
              <a:spcBef>
                <a:spcPts val="0"/>
              </a:spcBef>
              <a:spcAft>
                <a:spcPts val="0"/>
              </a:spcAft>
              <a:buClr>
                <a:schemeClr val="dk1"/>
              </a:buClr>
              <a:buSzPts val="3450"/>
              <a:buFont typeface="Merriweather"/>
              <a:buNone/>
              <a:defRPr b="1" sz="3450">
                <a:solidFill>
                  <a:schemeClr val="dk1"/>
                </a:solidFill>
                <a:latin typeface="Merriweather"/>
                <a:ea typeface="Merriweather"/>
                <a:cs typeface="Merriweather"/>
                <a:sym typeface="Merriweather"/>
              </a:defRPr>
            </a:lvl9pPr>
          </a:lstStyle>
          <a:p/>
        </p:txBody>
      </p:sp>
      <p:sp>
        <p:nvSpPr>
          <p:cNvPr id="435" name="Google Shape;435;p41"/>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1pPr>
            <a:lvl2pPr indent="-279400" lvl="1" marL="914400">
              <a:lnSpc>
                <a:spcPct val="115000"/>
              </a:lnSpc>
              <a:spcBef>
                <a:spcPts val="0"/>
              </a:spcBef>
              <a:spcAft>
                <a:spcPts val="0"/>
              </a:spcAft>
              <a:buClr>
                <a:schemeClr val="dk2"/>
              </a:buClr>
              <a:buSzPts val="800"/>
              <a:buFont typeface="DM Sans"/>
              <a:buChar char="○"/>
              <a:defRPr sz="800">
                <a:solidFill>
                  <a:schemeClr val="dk2"/>
                </a:solidFill>
                <a:latin typeface="DM Sans"/>
                <a:ea typeface="DM Sans"/>
                <a:cs typeface="DM Sans"/>
                <a:sym typeface="DM Sans"/>
              </a:defRPr>
            </a:lvl2pPr>
            <a:lvl3pPr indent="-292100" lvl="2" marL="1371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3pPr>
            <a:lvl4pPr indent="-292100" lvl="3" marL="1828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4pPr>
            <a:lvl5pPr indent="-292100" lvl="4" marL="22860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5pPr>
            <a:lvl6pPr indent="-292100" lvl="5" marL="27432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6pPr>
            <a:lvl7pPr indent="-292100" lvl="6" marL="32004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7pPr>
            <a:lvl8pPr indent="-292100" lvl="7" marL="36576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8pPr>
            <a:lvl9pPr indent="-292100" lvl="8" marL="4114800">
              <a:lnSpc>
                <a:spcPct val="115000"/>
              </a:lnSpc>
              <a:spcBef>
                <a:spcPts val="0"/>
              </a:spcBef>
              <a:spcAft>
                <a:spcPts val="0"/>
              </a:spcAft>
              <a:buClr>
                <a:schemeClr val="dk2"/>
              </a:buClr>
              <a:buSzPts val="1000"/>
              <a:buFont typeface="DM Sans"/>
              <a:buChar char="■"/>
              <a:defRPr sz="1000">
                <a:solidFill>
                  <a:schemeClr val="dk2"/>
                </a:solidFill>
                <a:latin typeface="DM Sans"/>
                <a:ea typeface="DM Sans"/>
                <a:cs typeface="DM Sans"/>
                <a:sym typeface="DM Sans"/>
              </a:defRPr>
            </a:lvl9pPr>
          </a:lstStyle>
          <a:p/>
        </p:txBody>
      </p:sp>
      <p:sp>
        <p:nvSpPr>
          <p:cNvPr id="436" name="Google Shape;43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800">
                <a:solidFill>
                  <a:schemeClr val="dk1"/>
                </a:solidFill>
                <a:latin typeface="DM Sans"/>
                <a:ea typeface="DM Sans"/>
                <a:cs typeface="DM Sans"/>
                <a:sym typeface="DM Sans"/>
              </a:defRPr>
            </a:lvl1pPr>
            <a:lvl2pPr lvl="1" algn="r">
              <a:buNone/>
              <a:defRPr sz="800">
                <a:solidFill>
                  <a:schemeClr val="dk1"/>
                </a:solidFill>
                <a:latin typeface="DM Sans"/>
                <a:ea typeface="DM Sans"/>
                <a:cs typeface="DM Sans"/>
                <a:sym typeface="DM Sans"/>
              </a:defRPr>
            </a:lvl2pPr>
            <a:lvl3pPr lvl="2" algn="r">
              <a:buNone/>
              <a:defRPr sz="800">
                <a:solidFill>
                  <a:schemeClr val="dk1"/>
                </a:solidFill>
                <a:latin typeface="DM Sans"/>
                <a:ea typeface="DM Sans"/>
                <a:cs typeface="DM Sans"/>
                <a:sym typeface="DM Sans"/>
              </a:defRPr>
            </a:lvl3pPr>
            <a:lvl4pPr lvl="3" algn="r">
              <a:buNone/>
              <a:defRPr sz="800">
                <a:solidFill>
                  <a:schemeClr val="dk1"/>
                </a:solidFill>
                <a:latin typeface="DM Sans"/>
                <a:ea typeface="DM Sans"/>
                <a:cs typeface="DM Sans"/>
                <a:sym typeface="DM Sans"/>
              </a:defRPr>
            </a:lvl4pPr>
            <a:lvl5pPr lvl="4" algn="r">
              <a:buNone/>
              <a:defRPr sz="800">
                <a:solidFill>
                  <a:schemeClr val="dk1"/>
                </a:solidFill>
                <a:latin typeface="DM Sans"/>
                <a:ea typeface="DM Sans"/>
                <a:cs typeface="DM Sans"/>
                <a:sym typeface="DM Sans"/>
              </a:defRPr>
            </a:lvl5pPr>
            <a:lvl6pPr lvl="5" algn="r">
              <a:buNone/>
              <a:defRPr sz="800">
                <a:solidFill>
                  <a:schemeClr val="dk1"/>
                </a:solidFill>
                <a:latin typeface="DM Sans"/>
                <a:ea typeface="DM Sans"/>
                <a:cs typeface="DM Sans"/>
                <a:sym typeface="DM Sans"/>
              </a:defRPr>
            </a:lvl6pPr>
            <a:lvl7pPr lvl="6" algn="r">
              <a:buNone/>
              <a:defRPr sz="800">
                <a:solidFill>
                  <a:schemeClr val="dk1"/>
                </a:solidFill>
                <a:latin typeface="DM Sans"/>
                <a:ea typeface="DM Sans"/>
                <a:cs typeface="DM Sans"/>
                <a:sym typeface="DM Sans"/>
              </a:defRPr>
            </a:lvl7pPr>
            <a:lvl8pPr lvl="7" algn="r">
              <a:buNone/>
              <a:defRPr sz="800">
                <a:solidFill>
                  <a:schemeClr val="dk1"/>
                </a:solidFill>
                <a:latin typeface="DM Sans"/>
                <a:ea typeface="DM Sans"/>
                <a:cs typeface="DM Sans"/>
                <a:sym typeface="DM Sans"/>
              </a:defRPr>
            </a:lvl8pPr>
            <a:lvl9pPr lvl="8" algn="r">
              <a:buNone/>
              <a:defRPr sz="8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 id="2147483715" r:id="rId29"/>
    <p:sldLayoutId id="2147483716"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4.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6.xml"/><Relationship Id="rId3" Type="http://schemas.openxmlformats.org/officeDocument/2006/relationships/hyperlink" Target="http://drive.google.com/file/d/1BVk7l9VnCNvZJQe6LuGa0SxNyTL4ADV9/view" TargetMode="Externa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hyperlink" Target="https://www.google.com/search?q=palace+whu&amp;sca_esv=51dcf1c7e4b6ab66&amp;rlz=1C1GEWG_enCA1182CA1183&amp;sxsrf=AE3TifOyNI_S69HTwo3wKiPulL9jcJfdLQ%3A1765288056799&amp;ei=eCg4adq_MJCbi-gPx7W_iQo&amp;ved=0ahUKEwja27S80rCRAxWQzQIHHcfaL6EQ4dUDCBE&amp;uact=5&amp;oq=palace+whu&amp;gs_lp=Egxnd3Mtd2l6LXNlcnAiCnBhbGFjZSB3aHUyBRAhGKABMgUQIRigAUj4LVCeFFi1KXAEeAGQAQCYAZsCoAHpEqoBBTAuNC43uAEDyAEA-AEBmAIPoAKtE8ICChAAGLADGNYEGEfCAg0QABiABBiwAxhDGIoFwgIOEAAYsAMY5AIY1gTYAQHCAhMQLhiABBiwAxhDGMgDGIoF2AEBwgIQEC4YgAQYsQMYQxiDARiKBcICChAAGIAEGEMYigXCAhAQABiABBixAxhDGIMBGIoFwgIKEC4YgAQYQxiKBcICHxAuGIAEGLEDGEMYgwEYigUYlwUY3AQY3gQY4ATYAQHCAgoQIxiABBgnGIoFwgIQECMY8AUYgAQYJxjJAhiKBcICDRAjGPAFGIAEGCcYigXCAgsQABiABBiRAhiKBcICDhAAGIAEGJECGLEDGIoFwgILEC4YgAQYsQMYgwHCAg0QABiABBixAxhDGIoFwgIQEC4YgAQYQxjHARiKBRivAcICGRAuGIAEGEMYigUYlwUY3AQY3gQY3wTYAQHCAgUQLhiABMICCBAAGIAEGLEDwgILEAAYgAQYsQMYgwHCAg4QLhiABBixAxjRAxjHAcICCxAuGIAEGMcBGK8BwgIQEAAYgAQYsQMYQxjJAxiKBcICCxAAGIAEGJIDGIoFwgIFEAAYgATCAg4QLhiABBixAxjHARivAcICGRAuGIAEGEMYigUYlwUY3AQY3gQY4ATYAQGYAwCIBgGQBhO6BgYIARABGAmSBwU0LjMuOKAHqHqyBwUwLjMuOLgHmBPCBwYxLjIuMTLIBzWACAA&amp;sclient=gws-wiz-serp#sie=m;/g/11xhbqr3b4;2;/m/02_tc;ln;fp;1"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4.xml"/><Relationship Id="rId3" Type="http://schemas.openxmlformats.org/officeDocument/2006/relationships/hyperlink" Target="https://www.premierleague.com/en/matches?competition=8&amp;season=2025&amp;matchweek=15&amp;month=12" TargetMode="External"/><Relationship Id="rId4" Type="http://schemas.openxmlformats.org/officeDocument/2006/relationships/hyperlink" Target="https://www.premierleague.com/en/matches?competition=8&amp;season=2025&amp;matchweek=15&amp;month=12" TargetMode="External"/><Relationship Id="rId9" Type="http://schemas.openxmlformats.org/officeDocument/2006/relationships/hyperlink" Target="https://www.apa.org/news/podcasts/speaking-of-psychology/attention-spans?utm_source=chatgpt.com" TargetMode="External"/><Relationship Id="rId5" Type="http://schemas.openxmlformats.org/officeDocument/2006/relationships/hyperlink" Target="https://aclanthology.org/P16-1129.pdf?utm_source=chatgpt.com" TargetMode="External"/><Relationship Id="rId6" Type="http://schemas.openxmlformats.org/officeDocument/2006/relationships/hyperlink" Target="https://aclanthology.org/P16-1129.pdf" TargetMode="External"/><Relationship Id="rId7" Type="http://schemas.openxmlformats.org/officeDocument/2006/relationships/hyperlink" Target="https://github.com/theanirudhvyas/Sports-Commentary-Summarization?utm_source=chatgpt.com" TargetMode="External"/><Relationship Id="rId8" Type="http://schemas.openxmlformats.org/officeDocument/2006/relationships/hyperlink" Target="https://github.com/theanirudhvyas/Sports-Commentary-Summarization" TargetMode="External"/><Relationship Id="rId11" Type="http://schemas.openxmlformats.org/officeDocument/2006/relationships/hyperlink" Target="https://arxiv.org/pdf/2111.12535?utm_source=chatgpt.com" TargetMode="External"/><Relationship Id="rId10" Type="http://schemas.openxmlformats.org/officeDocument/2006/relationships/hyperlink" Target="https://www.apa.org/news/podcasts/speaking-of-psychology/attention-spans" TargetMode="External"/><Relationship Id="rId12" Type="http://schemas.openxmlformats.org/officeDocument/2006/relationships/hyperlink" Target="https://arxiv.org/pdf/2111.12535?utm_source=chatgpt.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72"/>
          <p:cNvSpPr txBox="1"/>
          <p:nvPr>
            <p:ph idx="4" type="body"/>
          </p:nvPr>
        </p:nvSpPr>
        <p:spPr>
          <a:xfrm>
            <a:off x="8208751" y="196725"/>
            <a:ext cx="8124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12.09.25</a:t>
            </a:r>
            <a:endParaRPr/>
          </a:p>
        </p:txBody>
      </p:sp>
      <p:sp>
        <p:nvSpPr>
          <p:cNvPr id="646" name="Google Shape;646;p72"/>
          <p:cNvSpPr txBox="1"/>
          <p:nvPr>
            <p:ph type="ctrTitle"/>
          </p:nvPr>
        </p:nvSpPr>
        <p:spPr>
          <a:xfrm>
            <a:off x="196950" y="223825"/>
            <a:ext cx="8509200" cy="187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EPL Insight: Short-Form Match Summarization &amp; Extraction</a:t>
            </a:r>
            <a:endParaRPr sz="4800"/>
          </a:p>
        </p:txBody>
      </p:sp>
      <p:sp>
        <p:nvSpPr>
          <p:cNvPr id="647" name="Google Shape;647;p72"/>
          <p:cNvSpPr txBox="1"/>
          <p:nvPr>
            <p:ph idx="2" type="subTitle"/>
          </p:nvPr>
        </p:nvSpPr>
        <p:spPr>
          <a:xfrm>
            <a:off x="196950" y="2243975"/>
            <a:ext cx="3986700" cy="5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CSCI 4152/ 6509 - Natural Language Processing</a:t>
            </a:r>
            <a:endParaRPr/>
          </a:p>
          <a:p>
            <a:pPr indent="0" lvl="0" marL="0" rtl="0" algn="l">
              <a:spcBef>
                <a:spcPts val="0"/>
              </a:spcBef>
              <a:spcAft>
                <a:spcPts val="0"/>
              </a:spcAft>
              <a:buNone/>
            </a:pPr>
            <a:r>
              <a:rPr lang="en"/>
              <a:t>Terry Quach | B00919525</a:t>
            </a:r>
            <a:endParaRPr/>
          </a:p>
          <a:p>
            <a:pPr indent="0" lvl="0" marL="0" rtl="0" algn="l">
              <a:spcBef>
                <a:spcPts val="0"/>
              </a:spcBef>
              <a:spcAft>
                <a:spcPts val="0"/>
              </a:spcAft>
              <a:buNone/>
            </a:pPr>
            <a:r>
              <a:rPr lang="en"/>
              <a:t>Dalhousie</a:t>
            </a:r>
            <a:endParaRPr/>
          </a:p>
        </p:txBody>
      </p:sp>
      <p:pic>
        <p:nvPicPr>
          <p:cNvPr descr="Blue and green wave pattern. " id="648" name="Google Shape;648;p72"/>
          <p:cNvPicPr preferRelativeResize="0"/>
          <p:nvPr>
            <p:ph idx="3" type="pic"/>
          </p:nvPr>
        </p:nvPicPr>
        <p:blipFill rotWithShape="1">
          <a:blip r:embed="rId3">
            <a:alphaModFix/>
          </a:blip>
          <a:srcRect b="797" l="0" r="0" t="797"/>
          <a:stretch/>
        </p:blipFill>
        <p:spPr>
          <a:xfrm>
            <a:off x="4437578" y="2171250"/>
            <a:ext cx="4509600" cy="2775600"/>
          </a:xfrm>
          <a:prstGeom prst="round2DiagRect">
            <a:avLst>
              <a:gd fmla="val 16667" name="adj1"/>
              <a:gd fmla="val 0" name="adj2"/>
            </a:avLst>
          </a:prstGeom>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54" name="Google Shape;654;p7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sp>
        <p:nvSpPr>
          <p:cNvPr id="655" name="Google Shape;655;p73"/>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Defining the Problem</a:t>
            </a:r>
            <a:endParaRPr b="1" sz="3650">
              <a:solidFill>
                <a:schemeClr val="dk1"/>
              </a:solidFill>
              <a:latin typeface="Merriweather"/>
              <a:ea typeface="Merriweather"/>
              <a:cs typeface="Merriweather"/>
              <a:sym typeface="Merriweather"/>
            </a:endParaRPr>
          </a:p>
        </p:txBody>
      </p:sp>
      <p:sp>
        <p:nvSpPr>
          <p:cNvPr id="656" name="Google Shape;656;p73"/>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Data Collection</a:t>
            </a:r>
            <a:endParaRPr b="1" sz="3650">
              <a:solidFill>
                <a:schemeClr val="dk1"/>
              </a:solidFill>
              <a:latin typeface="Merriweather"/>
              <a:ea typeface="Merriweather"/>
              <a:cs typeface="Merriweather"/>
              <a:sym typeface="Merriweather"/>
            </a:endParaRPr>
          </a:p>
        </p:txBody>
      </p:sp>
      <p:sp>
        <p:nvSpPr>
          <p:cNvPr id="657" name="Google Shape;657;p73"/>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Event Extraction</a:t>
            </a:r>
            <a:endParaRPr b="1" sz="3650">
              <a:solidFill>
                <a:schemeClr val="dk1"/>
              </a:solidFill>
              <a:latin typeface="Merriweather"/>
              <a:ea typeface="Merriweather"/>
              <a:cs typeface="Merriweather"/>
              <a:sym typeface="Merriweather"/>
            </a:endParaRPr>
          </a:p>
        </p:txBody>
      </p:sp>
      <p:sp>
        <p:nvSpPr>
          <p:cNvPr id="658" name="Google Shape;658;p73"/>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Summarization</a:t>
            </a:r>
            <a:endParaRPr b="1" sz="3650">
              <a:solidFill>
                <a:schemeClr val="dk1"/>
              </a:solidFill>
              <a:latin typeface="Merriweather"/>
              <a:ea typeface="Merriweather"/>
              <a:cs typeface="Merriweather"/>
              <a:sym typeface="Merriweather"/>
            </a:endParaRPr>
          </a:p>
        </p:txBody>
      </p:sp>
      <p:sp>
        <p:nvSpPr>
          <p:cNvPr id="659" name="Google Shape;659;p73"/>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Drawing a Conclusion</a:t>
            </a:r>
            <a:endParaRPr b="1" sz="3650">
              <a:solidFill>
                <a:schemeClr val="dk1"/>
              </a:solidFill>
              <a:latin typeface="Merriweather"/>
              <a:ea typeface="Merriweather"/>
              <a:cs typeface="Merriweather"/>
              <a:sym typeface="Merriweather"/>
            </a:endParaRPr>
          </a:p>
        </p:txBody>
      </p:sp>
      <p:sp>
        <p:nvSpPr>
          <p:cNvPr id="660" name="Google Shape;660;p73"/>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1.</a:t>
            </a:r>
            <a:endParaRPr b="1" sz="1450">
              <a:solidFill>
                <a:schemeClr val="dk1"/>
              </a:solidFill>
              <a:latin typeface="Merriweather"/>
              <a:ea typeface="Merriweather"/>
              <a:cs typeface="Merriweather"/>
              <a:sym typeface="Merriweather"/>
            </a:endParaRPr>
          </a:p>
        </p:txBody>
      </p:sp>
      <p:sp>
        <p:nvSpPr>
          <p:cNvPr id="661" name="Google Shape;661;p73"/>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2.</a:t>
            </a:r>
            <a:endParaRPr b="1" sz="1450">
              <a:solidFill>
                <a:schemeClr val="dk1"/>
              </a:solidFill>
              <a:latin typeface="Merriweather"/>
              <a:ea typeface="Merriweather"/>
              <a:cs typeface="Merriweather"/>
              <a:sym typeface="Merriweather"/>
            </a:endParaRPr>
          </a:p>
        </p:txBody>
      </p:sp>
      <p:sp>
        <p:nvSpPr>
          <p:cNvPr id="662" name="Google Shape;662;p73"/>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3.</a:t>
            </a:r>
            <a:endParaRPr b="1" sz="1450">
              <a:solidFill>
                <a:schemeClr val="dk1"/>
              </a:solidFill>
              <a:latin typeface="Merriweather"/>
              <a:ea typeface="Merriweather"/>
              <a:cs typeface="Merriweather"/>
              <a:sym typeface="Merriweather"/>
            </a:endParaRPr>
          </a:p>
        </p:txBody>
      </p:sp>
      <p:sp>
        <p:nvSpPr>
          <p:cNvPr id="663" name="Google Shape;663;p73"/>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4.</a:t>
            </a:r>
            <a:endParaRPr b="1" sz="1450">
              <a:solidFill>
                <a:schemeClr val="dk1"/>
              </a:solidFill>
              <a:latin typeface="Merriweather"/>
              <a:ea typeface="Merriweather"/>
              <a:cs typeface="Merriweather"/>
              <a:sym typeface="Merriweather"/>
            </a:endParaRPr>
          </a:p>
        </p:txBody>
      </p:sp>
      <p:sp>
        <p:nvSpPr>
          <p:cNvPr id="664" name="Google Shape;664;p73"/>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5.</a:t>
            </a:r>
            <a:endParaRPr b="1" sz="1450">
              <a:solidFill>
                <a:schemeClr val="dk1"/>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70" name="Google Shape;670;p74"/>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sp>
        <p:nvSpPr>
          <p:cNvPr id="671" name="Google Shape;671;p74"/>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Defining the Problem</a:t>
            </a:r>
            <a:endParaRPr b="1" sz="3650">
              <a:solidFill>
                <a:schemeClr val="dk1"/>
              </a:solidFill>
              <a:latin typeface="Merriweather"/>
              <a:ea typeface="Merriweather"/>
              <a:cs typeface="Merriweather"/>
              <a:sym typeface="Merriweather"/>
            </a:endParaRPr>
          </a:p>
        </p:txBody>
      </p:sp>
      <p:sp>
        <p:nvSpPr>
          <p:cNvPr id="672" name="Google Shape;672;p74"/>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Data Collection</a:t>
            </a:r>
            <a:endParaRPr b="1" sz="3650">
              <a:solidFill>
                <a:schemeClr val="accent2"/>
              </a:solidFill>
              <a:latin typeface="Merriweather"/>
              <a:ea typeface="Merriweather"/>
              <a:cs typeface="Merriweather"/>
              <a:sym typeface="Merriweather"/>
            </a:endParaRPr>
          </a:p>
        </p:txBody>
      </p:sp>
      <p:sp>
        <p:nvSpPr>
          <p:cNvPr id="673" name="Google Shape;673;p74"/>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Event Extraction</a:t>
            </a:r>
            <a:endParaRPr b="1" sz="3650">
              <a:solidFill>
                <a:schemeClr val="accent2"/>
              </a:solidFill>
              <a:latin typeface="Merriweather"/>
              <a:ea typeface="Merriweather"/>
              <a:cs typeface="Merriweather"/>
              <a:sym typeface="Merriweather"/>
            </a:endParaRPr>
          </a:p>
        </p:txBody>
      </p:sp>
      <p:sp>
        <p:nvSpPr>
          <p:cNvPr id="674" name="Google Shape;674;p74"/>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Summarization</a:t>
            </a:r>
            <a:endParaRPr b="1" sz="3650">
              <a:solidFill>
                <a:schemeClr val="accent2"/>
              </a:solidFill>
              <a:latin typeface="Merriweather"/>
              <a:ea typeface="Merriweather"/>
              <a:cs typeface="Merriweather"/>
              <a:sym typeface="Merriweather"/>
            </a:endParaRPr>
          </a:p>
        </p:txBody>
      </p:sp>
      <p:sp>
        <p:nvSpPr>
          <p:cNvPr id="675" name="Google Shape;675;p74"/>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Drawing a Conclusion</a:t>
            </a:r>
            <a:endParaRPr b="1" sz="3650">
              <a:solidFill>
                <a:schemeClr val="accent2"/>
              </a:solidFill>
              <a:latin typeface="Merriweather"/>
              <a:ea typeface="Merriweather"/>
              <a:cs typeface="Merriweather"/>
              <a:sym typeface="Merriweather"/>
            </a:endParaRPr>
          </a:p>
        </p:txBody>
      </p:sp>
      <p:sp>
        <p:nvSpPr>
          <p:cNvPr id="676" name="Google Shape;676;p74"/>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1.</a:t>
            </a:r>
            <a:endParaRPr b="1" sz="1450">
              <a:solidFill>
                <a:schemeClr val="dk1"/>
              </a:solidFill>
              <a:latin typeface="Merriweather"/>
              <a:ea typeface="Merriweather"/>
              <a:cs typeface="Merriweather"/>
              <a:sym typeface="Merriweather"/>
            </a:endParaRPr>
          </a:p>
        </p:txBody>
      </p:sp>
      <p:sp>
        <p:nvSpPr>
          <p:cNvPr id="677" name="Google Shape;677;p74"/>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678" name="Google Shape;678;p74"/>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679" name="Google Shape;679;p74"/>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680" name="Google Shape;680;p74"/>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75"/>
          <p:cNvSpPr txBox="1"/>
          <p:nvPr>
            <p:ph type="title"/>
          </p:nvPr>
        </p:nvSpPr>
        <p:spPr>
          <a:xfrm>
            <a:off x="114750" y="1052750"/>
            <a:ext cx="38736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Text-based “At-a-glance” soccer content</a:t>
            </a:r>
            <a:endParaRPr/>
          </a:p>
        </p:txBody>
      </p:sp>
      <p:sp>
        <p:nvSpPr>
          <p:cNvPr id="686" name="Google Shape;686;p75"/>
          <p:cNvSpPr txBox="1"/>
          <p:nvPr>
            <p:ph idx="1" type="body"/>
          </p:nvPr>
        </p:nvSpPr>
        <p:spPr>
          <a:xfrm>
            <a:off x="197375" y="2685650"/>
            <a:ext cx="3151800" cy="212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1200"/>
              </a:spcBef>
              <a:spcAft>
                <a:spcPts val="0"/>
              </a:spcAft>
              <a:buNone/>
            </a:pPr>
            <a:r>
              <a:rPr lang="en"/>
              <a:t>Summarization in sports is a very common topic, researched and attempted by many people and companies already (Zhang Y.). </a:t>
            </a:r>
            <a:endParaRPr/>
          </a:p>
          <a:p>
            <a:pPr indent="0" lvl="0" marL="0" rtl="0" algn="l">
              <a:spcBef>
                <a:spcPts val="1200"/>
              </a:spcBef>
              <a:spcAft>
                <a:spcPts val="0"/>
              </a:spcAft>
              <a:buNone/>
            </a:pPr>
            <a:r>
              <a:rPr lang="en"/>
              <a:t>But, like anything, just looking at the end result, doesn’t tell the whole story. </a:t>
            </a:r>
            <a:endParaRPr/>
          </a:p>
          <a:p>
            <a:pPr indent="0" lvl="0" marL="0" rtl="0" algn="l">
              <a:spcBef>
                <a:spcPts val="1200"/>
              </a:spcBef>
              <a:spcAft>
                <a:spcPts val="1200"/>
              </a:spcAft>
              <a:buNone/>
            </a:pPr>
            <a:r>
              <a:rPr lang="en"/>
              <a:t>And nowadays, the attention-span of people and their tolerance to read long reports or watch a whole 90 minute soccer game is dwindling (Mark) . </a:t>
            </a:r>
            <a:endParaRPr/>
          </a:p>
        </p:txBody>
      </p:sp>
      <p:sp>
        <p:nvSpPr>
          <p:cNvPr id="687" name="Google Shape;687;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88" name="Google Shape;688;p75"/>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pic>
        <p:nvPicPr>
          <p:cNvPr id="689" name="Google Shape;689;p75"/>
          <p:cNvPicPr preferRelativeResize="0"/>
          <p:nvPr/>
        </p:nvPicPr>
        <p:blipFill rotWithShape="1">
          <a:blip r:embed="rId3">
            <a:alphaModFix/>
          </a:blip>
          <a:srcRect b="34296" l="0" r="0" t="0"/>
          <a:stretch/>
        </p:blipFill>
        <p:spPr>
          <a:xfrm>
            <a:off x="3650475" y="585225"/>
            <a:ext cx="2475650" cy="1696724"/>
          </a:xfrm>
          <a:prstGeom prst="rect">
            <a:avLst/>
          </a:prstGeom>
          <a:noFill/>
          <a:ln>
            <a:noFill/>
          </a:ln>
        </p:spPr>
      </p:pic>
      <p:pic>
        <p:nvPicPr>
          <p:cNvPr id="690" name="Google Shape;690;p75"/>
          <p:cNvPicPr preferRelativeResize="0"/>
          <p:nvPr/>
        </p:nvPicPr>
        <p:blipFill>
          <a:blip r:embed="rId4">
            <a:alphaModFix/>
          </a:blip>
          <a:stretch>
            <a:fillRect/>
          </a:stretch>
        </p:blipFill>
        <p:spPr>
          <a:xfrm>
            <a:off x="3650475" y="2526650"/>
            <a:ext cx="2663500" cy="2469794"/>
          </a:xfrm>
          <a:prstGeom prst="rect">
            <a:avLst/>
          </a:prstGeom>
          <a:noFill/>
          <a:ln>
            <a:noFill/>
          </a:ln>
        </p:spPr>
      </p:pic>
      <p:pic>
        <p:nvPicPr>
          <p:cNvPr id="691" name="Google Shape;691;p75"/>
          <p:cNvPicPr preferRelativeResize="0"/>
          <p:nvPr/>
        </p:nvPicPr>
        <p:blipFill>
          <a:blip r:embed="rId5">
            <a:alphaModFix/>
          </a:blip>
          <a:stretch>
            <a:fillRect/>
          </a:stretch>
        </p:blipFill>
        <p:spPr>
          <a:xfrm>
            <a:off x="6553349" y="585225"/>
            <a:ext cx="2115801" cy="43292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697" name="Google Shape;697;p76"/>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sp>
        <p:nvSpPr>
          <p:cNvPr id="698" name="Google Shape;698;p76"/>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Defining the Problem</a:t>
            </a:r>
            <a:endParaRPr b="1" sz="3650">
              <a:solidFill>
                <a:schemeClr val="accent2"/>
              </a:solidFill>
              <a:latin typeface="Merriweather"/>
              <a:ea typeface="Merriweather"/>
              <a:cs typeface="Merriweather"/>
              <a:sym typeface="Merriweather"/>
            </a:endParaRPr>
          </a:p>
        </p:txBody>
      </p:sp>
      <p:sp>
        <p:nvSpPr>
          <p:cNvPr id="699" name="Google Shape;699;p76"/>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Data Collection</a:t>
            </a:r>
            <a:endParaRPr b="1" sz="3650">
              <a:solidFill>
                <a:schemeClr val="dk1"/>
              </a:solidFill>
              <a:latin typeface="Merriweather"/>
              <a:ea typeface="Merriweather"/>
              <a:cs typeface="Merriweather"/>
              <a:sym typeface="Merriweather"/>
            </a:endParaRPr>
          </a:p>
        </p:txBody>
      </p:sp>
      <p:sp>
        <p:nvSpPr>
          <p:cNvPr id="700" name="Google Shape;700;p76"/>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Event Extraction</a:t>
            </a:r>
            <a:endParaRPr b="1" sz="3650">
              <a:solidFill>
                <a:schemeClr val="accent2"/>
              </a:solidFill>
              <a:latin typeface="Merriweather"/>
              <a:ea typeface="Merriweather"/>
              <a:cs typeface="Merriweather"/>
              <a:sym typeface="Merriweather"/>
            </a:endParaRPr>
          </a:p>
        </p:txBody>
      </p:sp>
      <p:sp>
        <p:nvSpPr>
          <p:cNvPr id="701" name="Google Shape;701;p76"/>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Summarization</a:t>
            </a:r>
            <a:endParaRPr b="1" sz="3650">
              <a:solidFill>
                <a:schemeClr val="accent2"/>
              </a:solidFill>
              <a:latin typeface="Merriweather"/>
              <a:ea typeface="Merriweather"/>
              <a:cs typeface="Merriweather"/>
              <a:sym typeface="Merriweather"/>
            </a:endParaRPr>
          </a:p>
        </p:txBody>
      </p:sp>
      <p:sp>
        <p:nvSpPr>
          <p:cNvPr id="702" name="Google Shape;702;p76"/>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Drawing a Conclusion</a:t>
            </a:r>
            <a:endParaRPr b="1" sz="3650">
              <a:solidFill>
                <a:schemeClr val="accent2"/>
              </a:solidFill>
              <a:latin typeface="Merriweather"/>
              <a:ea typeface="Merriweather"/>
              <a:cs typeface="Merriweather"/>
              <a:sym typeface="Merriweather"/>
            </a:endParaRPr>
          </a:p>
        </p:txBody>
      </p:sp>
      <p:sp>
        <p:nvSpPr>
          <p:cNvPr id="703" name="Google Shape;703;p76"/>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704" name="Google Shape;704;p76"/>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2.</a:t>
            </a:r>
            <a:endParaRPr b="1" sz="1450">
              <a:solidFill>
                <a:schemeClr val="dk1"/>
              </a:solidFill>
              <a:latin typeface="Merriweather"/>
              <a:ea typeface="Merriweather"/>
              <a:cs typeface="Merriweather"/>
              <a:sym typeface="Merriweather"/>
            </a:endParaRPr>
          </a:p>
        </p:txBody>
      </p:sp>
      <p:sp>
        <p:nvSpPr>
          <p:cNvPr id="705" name="Google Shape;705;p76"/>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706" name="Google Shape;706;p76"/>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707" name="Google Shape;707;p76"/>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77"/>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Scraping the website</a:t>
            </a:r>
            <a:endParaRPr/>
          </a:p>
        </p:txBody>
      </p:sp>
      <p:sp>
        <p:nvSpPr>
          <p:cNvPr id="713" name="Google Shape;713;p77"/>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used Selenium &amp; Python to scrape the English Premier League Website for the match score/details, stats and their report.</a:t>
            </a:r>
            <a:endParaRPr/>
          </a:p>
          <a:p>
            <a:pPr indent="0" lvl="0" marL="0" rtl="0" algn="l">
              <a:spcBef>
                <a:spcPts val="1200"/>
              </a:spcBef>
              <a:spcAft>
                <a:spcPts val="1200"/>
              </a:spcAft>
              <a:buNone/>
            </a:pPr>
            <a:r>
              <a:rPr lang="en"/>
              <a:t>Once I cleaned up that Data, it was moved into a JSON file, ready for event extraction, summarization and manipulation</a:t>
            </a:r>
            <a:endParaRPr/>
          </a:p>
        </p:txBody>
      </p:sp>
      <p:sp>
        <p:nvSpPr>
          <p:cNvPr id="714" name="Google Shape;714;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15" name="Google Shape;715;p77"/>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pic>
        <p:nvPicPr>
          <p:cNvPr id="716" name="Google Shape;716;p77" title="Untitled video - Made with Clipchamp (2).mp4">
            <a:hlinkClick r:id="rId3"/>
          </p:cNvPr>
          <p:cNvPicPr preferRelativeResize="0"/>
          <p:nvPr/>
        </p:nvPicPr>
        <p:blipFill>
          <a:blip r:embed="rId4">
            <a:alphaModFix/>
          </a:blip>
          <a:stretch>
            <a:fillRect/>
          </a:stretch>
        </p:blipFill>
        <p:spPr>
          <a:xfrm>
            <a:off x="3640725" y="7309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6"/>
                                        </p:tgtEl>
                                        <p:attrNameLst>
                                          <p:attrName>style.visibility</p:attrName>
                                        </p:attrNameLst>
                                      </p:cBhvr>
                                      <p:to>
                                        <p:strVal val="visible"/>
                                      </p:to>
                                    </p:set>
                                    <p:animEffect filter="fade" transition="in">
                                      <p:cBhvr>
                                        <p:cTn dur="1000"/>
                                        <p:tgtEl>
                                          <p:spTgt spid="7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78"/>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Scraping the website</a:t>
            </a:r>
            <a:endParaRPr/>
          </a:p>
        </p:txBody>
      </p:sp>
      <p:sp>
        <p:nvSpPr>
          <p:cNvPr id="722" name="Google Shape;722;p78"/>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used Selenium &amp; Python to scrape the English Premier League Website for the match score/details, stats and their report.</a:t>
            </a:r>
            <a:endParaRPr/>
          </a:p>
          <a:p>
            <a:pPr indent="0" lvl="0" marL="0" rtl="0" algn="l">
              <a:spcBef>
                <a:spcPts val="1200"/>
              </a:spcBef>
              <a:spcAft>
                <a:spcPts val="1200"/>
              </a:spcAft>
              <a:buNone/>
            </a:pPr>
            <a:r>
              <a:rPr lang="en"/>
              <a:t>Once I cleaned up that Data, it was moved into a JSON file, ready for event extraction, summarization and manipulation</a:t>
            </a:r>
            <a:endParaRPr/>
          </a:p>
        </p:txBody>
      </p:sp>
      <p:sp>
        <p:nvSpPr>
          <p:cNvPr id="723" name="Google Shape;723;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24" name="Google Shape;724;p78"/>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pic>
        <p:nvPicPr>
          <p:cNvPr id="725" name="Google Shape;725;p78"/>
          <p:cNvPicPr preferRelativeResize="0"/>
          <p:nvPr/>
        </p:nvPicPr>
        <p:blipFill>
          <a:blip r:embed="rId3">
            <a:alphaModFix/>
          </a:blip>
          <a:stretch>
            <a:fillRect/>
          </a:stretch>
        </p:blipFill>
        <p:spPr>
          <a:xfrm>
            <a:off x="3501575" y="684449"/>
            <a:ext cx="4514251" cy="4134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79"/>
          <p:cNvSpPr txBox="1"/>
          <p:nvPr>
            <p:ph idx="12" type="sldNum"/>
          </p:nvPr>
        </p:nvSpPr>
        <p:spPr>
          <a:xfrm>
            <a:off x="8472458" y="4663440"/>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31" name="Google Shape;731;p79"/>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sp>
        <p:nvSpPr>
          <p:cNvPr id="732" name="Google Shape;732;p79"/>
          <p:cNvSpPr txBox="1"/>
          <p:nvPr/>
        </p:nvSpPr>
        <p:spPr>
          <a:xfrm>
            <a:off x="516437" y="8209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Defining the Problem</a:t>
            </a:r>
            <a:endParaRPr b="1" sz="3650">
              <a:solidFill>
                <a:schemeClr val="accent2"/>
              </a:solidFill>
              <a:latin typeface="Merriweather"/>
              <a:ea typeface="Merriweather"/>
              <a:cs typeface="Merriweather"/>
              <a:sym typeface="Merriweather"/>
            </a:endParaRPr>
          </a:p>
        </p:txBody>
      </p:sp>
      <p:sp>
        <p:nvSpPr>
          <p:cNvPr id="733" name="Google Shape;733;p79"/>
          <p:cNvSpPr txBox="1"/>
          <p:nvPr/>
        </p:nvSpPr>
        <p:spPr>
          <a:xfrm>
            <a:off x="516437" y="16605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Data Collection</a:t>
            </a:r>
            <a:endParaRPr b="1" sz="3650">
              <a:solidFill>
                <a:schemeClr val="accent2"/>
              </a:solidFill>
              <a:latin typeface="Merriweather"/>
              <a:ea typeface="Merriweather"/>
              <a:cs typeface="Merriweather"/>
              <a:sym typeface="Merriweather"/>
            </a:endParaRPr>
          </a:p>
        </p:txBody>
      </p:sp>
      <p:sp>
        <p:nvSpPr>
          <p:cNvPr id="734" name="Google Shape;734;p79"/>
          <p:cNvSpPr txBox="1"/>
          <p:nvPr/>
        </p:nvSpPr>
        <p:spPr>
          <a:xfrm>
            <a:off x="516437" y="24999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Event Extraction</a:t>
            </a:r>
            <a:endParaRPr b="1" sz="3650">
              <a:solidFill>
                <a:schemeClr val="dk1"/>
              </a:solidFill>
              <a:latin typeface="Merriweather"/>
              <a:ea typeface="Merriweather"/>
              <a:cs typeface="Merriweather"/>
              <a:sym typeface="Merriweather"/>
            </a:endParaRPr>
          </a:p>
        </p:txBody>
      </p:sp>
      <p:sp>
        <p:nvSpPr>
          <p:cNvPr id="735" name="Google Shape;735;p79"/>
          <p:cNvSpPr txBox="1"/>
          <p:nvPr/>
        </p:nvSpPr>
        <p:spPr>
          <a:xfrm>
            <a:off x="516437" y="33326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Summarization</a:t>
            </a:r>
            <a:endParaRPr b="1" sz="3650">
              <a:solidFill>
                <a:schemeClr val="accent2"/>
              </a:solidFill>
              <a:latin typeface="Merriweather"/>
              <a:ea typeface="Merriweather"/>
              <a:cs typeface="Merriweather"/>
              <a:sym typeface="Merriweather"/>
            </a:endParaRPr>
          </a:p>
        </p:txBody>
      </p:sp>
      <p:sp>
        <p:nvSpPr>
          <p:cNvPr id="736" name="Google Shape;736;p79"/>
          <p:cNvSpPr txBox="1"/>
          <p:nvPr/>
        </p:nvSpPr>
        <p:spPr>
          <a:xfrm>
            <a:off x="516437" y="41790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Drawing a Conclusion</a:t>
            </a:r>
            <a:endParaRPr b="1" sz="3650">
              <a:solidFill>
                <a:schemeClr val="accent2"/>
              </a:solidFill>
              <a:latin typeface="Merriweather"/>
              <a:ea typeface="Merriweather"/>
              <a:cs typeface="Merriweather"/>
              <a:sym typeface="Merriweather"/>
            </a:endParaRPr>
          </a:p>
        </p:txBody>
      </p:sp>
      <p:sp>
        <p:nvSpPr>
          <p:cNvPr id="737" name="Google Shape;737;p79"/>
          <p:cNvSpPr txBox="1"/>
          <p:nvPr/>
        </p:nvSpPr>
        <p:spPr>
          <a:xfrm>
            <a:off x="196954" y="8209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738" name="Google Shape;738;p79"/>
          <p:cNvSpPr txBox="1"/>
          <p:nvPr/>
        </p:nvSpPr>
        <p:spPr>
          <a:xfrm>
            <a:off x="196954" y="16605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739" name="Google Shape;739;p79"/>
          <p:cNvSpPr txBox="1"/>
          <p:nvPr/>
        </p:nvSpPr>
        <p:spPr>
          <a:xfrm>
            <a:off x="196954" y="24999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3.</a:t>
            </a:r>
            <a:endParaRPr b="1" sz="1450">
              <a:solidFill>
                <a:schemeClr val="dk1"/>
              </a:solidFill>
              <a:latin typeface="Merriweather"/>
              <a:ea typeface="Merriweather"/>
              <a:cs typeface="Merriweather"/>
              <a:sym typeface="Merriweather"/>
            </a:endParaRPr>
          </a:p>
        </p:txBody>
      </p:sp>
      <p:sp>
        <p:nvSpPr>
          <p:cNvPr id="740" name="Google Shape;740;p79"/>
          <p:cNvSpPr txBox="1"/>
          <p:nvPr/>
        </p:nvSpPr>
        <p:spPr>
          <a:xfrm>
            <a:off x="196954" y="33326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741" name="Google Shape;741;p79"/>
          <p:cNvSpPr txBox="1"/>
          <p:nvPr/>
        </p:nvSpPr>
        <p:spPr>
          <a:xfrm>
            <a:off x="196954" y="41790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80"/>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All the other events</a:t>
            </a:r>
            <a:endParaRPr/>
          </a:p>
        </p:txBody>
      </p:sp>
      <p:sp>
        <p:nvSpPr>
          <p:cNvPr id="747" name="Google Shape;747;p80"/>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Named-entity filtering</a:t>
            </a:r>
            <a:endParaRPr/>
          </a:p>
          <a:p>
            <a:pPr indent="0" lvl="0" marL="0" rtl="0" algn="l">
              <a:spcBef>
                <a:spcPts val="1200"/>
              </a:spcBef>
              <a:spcAft>
                <a:spcPts val="0"/>
              </a:spcAft>
              <a:buNone/>
            </a:pPr>
            <a:r>
              <a:rPr lang="en"/>
              <a:t>Pattern rules</a:t>
            </a:r>
            <a:br>
              <a:rPr lang="en"/>
            </a:br>
            <a:br>
              <a:rPr lang="en"/>
            </a:br>
            <a:r>
              <a:rPr lang="en"/>
              <a:t>Regex</a:t>
            </a:r>
            <a:endParaRPr/>
          </a:p>
          <a:p>
            <a:pPr indent="0" lvl="0" marL="0" rtl="0" algn="l">
              <a:spcBef>
                <a:spcPts val="1200"/>
              </a:spcBef>
              <a:spcAft>
                <a:spcPts val="1200"/>
              </a:spcAft>
              <a:buNone/>
            </a:pPr>
            <a:r>
              <a:rPr lang="en"/>
              <a:t>Context around verbs</a:t>
            </a:r>
            <a:endParaRPr/>
          </a:p>
        </p:txBody>
      </p:sp>
      <p:sp>
        <p:nvSpPr>
          <p:cNvPr id="748" name="Google Shape;748;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49" name="Google Shape;749;p80"/>
          <p:cNvSpPr txBox="1"/>
          <p:nvPr>
            <p:ph idx="3"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Making Observations</a:t>
            </a:r>
            <a:endParaRPr/>
          </a:p>
        </p:txBody>
      </p:sp>
      <p:sp>
        <p:nvSpPr>
          <p:cNvPr id="750" name="Google Shape;750;p80"/>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pic>
        <p:nvPicPr>
          <p:cNvPr id="751" name="Google Shape;751;p80"/>
          <p:cNvPicPr preferRelativeResize="0"/>
          <p:nvPr/>
        </p:nvPicPr>
        <p:blipFill>
          <a:blip r:embed="rId3">
            <a:alphaModFix/>
          </a:blip>
          <a:stretch>
            <a:fillRect/>
          </a:stretch>
        </p:blipFill>
        <p:spPr>
          <a:xfrm>
            <a:off x="4147675" y="3208475"/>
            <a:ext cx="4607700" cy="561925"/>
          </a:xfrm>
          <a:prstGeom prst="rect">
            <a:avLst/>
          </a:prstGeom>
          <a:noFill/>
          <a:ln>
            <a:noFill/>
          </a:ln>
        </p:spPr>
      </p:pic>
      <p:pic>
        <p:nvPicPr>
          <p:cNvPr id="752" name="Google Shape;752;p80"/>
          <p:cNvPicPr preferRelativeResize="0"/>
          <p:nvPr/>
        </p:nvPicPr>
        <p:blipFill>
          <a:blip r:embed="rId4">
            <a:alphaModFix/>
          </a:blip>
          <a:stretch>
            <a:fillRect/>
          </a:stretch>
        </p:blipFill>
        <p:spPr>
          <a:xfrm>
            <a:off x="4147675" y="611350"/>
            <a:ext cx="2851675" cy="2278534"/>
          </a:xfrm>
          <a:prstGeom prst="rect">
            <a:avLst/>
          </a:prstGeom>
          <a:noFill/>
          <a:ln>
            <a:noFill/>
          </a:ln>
        </p:spPr>
      </p:pic>
      <p:pic>
        <p:nvPicPr>
          <p:cNvPr id="753" name="Google Shape;753;p80"/>
          <p:cNvPicPr preferRelativeResize="0"/>
          <p:nvPr/>
        </p:nvPicPr>
        <p:blipFill>
          <a:blip r:embed="rId5">
            <a:alphaModFix/>
          </a:blip>
          <a:stretch>
            <a:fillRect/>
          </a:stretch>
        </p:blipFill>
        <p:spPr>
          <a:xfrm>
            <a:off x="4206925" y="3910500"/>
            <a:ext cx="1527075" cy="8149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59" name="Google Shape;759;p81"/>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sp>
        <p:nvSpPr>
          <p:cNvPr id="760" name="Google Shape;760;p81"/>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Defining the Problem</a:t>
            </a:r>
            <a:endParaRPr b="1" sz="3650">
              <a:solidFill>
                <a:schemeClr val="accent2"/>
              </a:solidFill>
              <a:latin typeface="Merriweather"/>
              <a:ea typeface="Merriweather"/>
              <a:cs typeface="Merriweather"/>
              <a:sym typeface="Merriweather"/>
            </a:endParaRPr>
          </a:p>
        </p:txBody>
      </p:sp>
      <p:sp>
        <p:nvSpPr>
          <p:cNvPr id="761" name="Google Shape;761;p81"/>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Data Collection</a:t>
            </a:r>
            <a:endParaRPr b="1" sz="3650">
              <a:solidFill>
                <a:schemeClr val="accent2"/>
              </a:solidFill>
              <a:latin typeface="Merriweather"/>
              <a:ea typeface="Merriweather"/>
              <a:cs typeface="Merriweather"/>
              <a:sym typeface="Merriweather"/>
            </a:endParaRPr>
          </a:p>
        </p:txBody>
      </p:sp>
      <p:sp>
        <p:nvSpPr>
          <p:cNvPr id="762" name="Google Shape;762;p81"/>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Event Extraction</a:t>
            </a:r>
            <a:endParaRPr b="1" sz="3650">
              <a:solidFill>
                <a:schemeClr val="accent2"/>
              </a:solidFill>
              <a:latin typeface="Merriweather"/>
              <a:ea typeface="Merriweather"/>
              <a:cs typeface="Merriweather"/>
              <a:sym typeface="Merriweather"/>
            </a:endParaRPr>
          </a:p>
        </p:txBody>
      </p:sp>
      <p:sp>
        <p:nvSpPr>
          <p:cNvPr id="763" name="Google Shape;763;p81"/>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Summarization</a:t>
            </a:r>
            <a:endParaRPr b="1" sz="3650">
              <a:solidFill>
                <a:schemeClr val="dk1"/>
              </a:solidFill>
              <a:latin typeface="Merriweather"/>
              <a:ea typeface="Merriweather"/>
              <a:cs typeface="Merriweather"/>
              <a:sym typeface="Merriweather"/>
            </a:endParaRPr>
          </a:p>
        </p:txBody>
      </p:sp>
      <p:sp>
        <p:nvSpPr>
          <p:cNvPr id="764" name="Google Shape;764;p81"/>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Drawing a Conclusion</a:t>
            </a:r>
            <a:endParaRPr b="1" sz="3650">
              <a:solidFill>
                <a:schemeClr val="accent2"/>
              </a:solidFill>
              <a:latin typeface="Merriweather"/>
              <a:ea typeface="Merriweather"/>
              <a:cs typeface="Merriweather"/>
              <a:sym typeface="Merriweather"/>
            </a:endParaRPr>
          </a:p>
        </p:txBody>
      </p:sp>
      <p:sp>
        <p:nvSpPr>
          <p:cNvPr id="765" name="Google Shape;765;p81"/>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766" name="Google Shape;766;p81"/>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767" name="Google Shape;767;p81"/>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768" name="Google Shape;768;p81"/>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4.</a:t>
            </a:r>
            <a:endParaRPr b="1" sz="1450">
              <a:solidFill>
                <a:schemeClr val="dk1"/>
              </a:solidFill>
              <a:latin typeface="Merriweather"/>
              <a:ea typeface="Merriweather"/>
              <a:cs typeface="Merriweather"/>
              <a:sym typeface="Merriweather"/>
            </a:endParaRPr>
          </a:p>
        </p:txBody>
      </p:sp>
      <p:sp>
        <p:nvSpPr>
          <p:cNvPr id="769" name="Google Shape;769;p81"/>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5.</a:t>
            </a:r>
            <a:endParaRPr b="1" sz="1450">
              <a:solidFill>
                <a:schemeClr val="accent2"/>
              </a:solidFill>
              <a:latin typeface="Merriweather"/>
              <a:ea typeface="Merriweather"/>
              <a:cs typeface="Merriweather"/>
              <a:sym typeface="Merriweath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82"/>
          <p:cNvSpPr txBox="1"/>
          <p:nvPr>
            <p:ph type="title"/>
          </p:nvPr>
        </p:nvSpPr>
        <p:spPr>
          <a:xfrm>
            <a:off x="197375" y="1052750"/>
            <a:ext cx="38592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Summarization</a:t>
            </a:r>
            <a:endParaRPr/>
          </a:p>
        </p:txBody>
      </p:sp>
      <p:sp>
        <p:nvSpPr>
          <p:cNvPr id="775" name="Google Shape;775;p82"/>
          <p:cNvSpPr txBox="1"/>
          <p:nvPr>
            <p:ph idx="1" type="body"/>
          </p:nvPr>
        </p:nvSpPr>
        <p:spPr>
          <a:xfrm>
            <a:off x="197375" y="2685650"/>
            <a:ext cx="3151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BART Large CNN</a:t>
            </a:r>
            <a:endParaRPr/>
          </a:p>
          <a:p>
            <a:pPr indent="0" lvl="0" marL="0" rtl="0" algn="l">
              <a:spcBef>
                <a:spcPts val="1200"/>
              </a:spcBef>
              <a:spcAft>
                <a:spcPts val="0"/>
              </a:spcAft>
              <a:buNone/>
            </a:pPr>
            <a:r>
              <a:rPr lang="en"/>
              <a:t>Input Match Info</a:t>
            </a:r>
            <a:endParaRPr/>
          </a:p>
          <a:p>
            <a:pPr indent="0" lvl="0" marL="0" rtl="0" algn="l">
              <a:spcBef>
                <a:spcPts val="1200"/>
              </a:spcBef>
              <a:spcAft>
                <a:spcPts val="0"/>
              </a:spcAft>
              <a:buNone/>
            </a:pPr>
            <a:r>
              <a:rPr lang="en"/>
              <a:t>Split report into chunks to generate intermediate summaries</a:t>
            </a:r>
            <a:endParaRPr/>
          </a:p>
          <a:p>
            <a:pPr indent="0" lvl="0" marL="0" rtl="0" algn="l">
              <a:spcBef>
                <a:spcPts val="1200"/>
              </a:spcBef>
              <a:spcAft>
                <a:spcPts val="0"/>
              </a:spcAft>
              <a:buNone/>
            </a:pPr>
            <a:r>
              <a:rPr lang="en"/>
              <a:t>Humanize language</a:t>
            </a:r>
            <a:endParaRPr/>
          </a:p>
          <a:p>
            <a:pPr indent="0" lvl="0" marL="0" rtl="0" algn="l">
              <a:spcBef>
                <a:spcPts val="1200"/>
              </a:spcBef>
              <a:spcAft>
                <a:spcPts val="0"/>
              </a:spcAft>
              <a:buNone/>
            </a:pPr>
            <a:r>
              <a:rPr lang="en"/>
              <a:t>Then concatenate together into 3/4 sentence summaries</a:t>
            </a:r>
            <a:endParaRPr/>
          </a:p>
          <a:p>
            <a:pPr indent="0" lvl="0" marL="0" rtl="0" algn="l">
              <a:spcBef>
                <a:spcPts val="1200"/>
              </a:spcBef>
              <a:spcAft>
                <a:spcPts val="1200"/>
              </a:spcAft>
              <a:buNone/>
            </a:pPr>
            <a:r>
              <a:t/>
            </a:r>
            <a:endParaRPr/>
          </a:p>
        </p:txBody>
      </p:sp>
      <p:sp>
        <p:nvSpPr>
          <p:cNvPr id="776" name="Google Shape;776;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77" name="Google Shape;777;p82"/>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sp>
        <p:nvSpPr>
          <p:cNvPr id="778" name="Google Shape;778;p82"/>
          <p:cNvSpPr txBox="1"/>
          <p:nvPr/>
        </p:nvSpPr>
        <p:spPr>
          <a:xfrm>
            <a:off x="6330350" y="1220150"/>
            <a:ext cx="25557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Courier New"/>
                <a:ea typeface="Courier New"/>
                <a:cs typeface="Courier New"/>
                <a:sym typeface="Courier New"/>
              </a:rPr>
              <a:t>Aston Villa held on for a share of the points at St James' Park. Villa had shown some promise between the interval and Konsa's red card. Unai Emery's team did not have a single shot in the first half. Newcastle have failed to win any of their last six Premier League games without Isak (D4 L2) The Magpies have also failed to score Villa are unbeaten in their last 19 home matches in the Premier League</a:t>
            </a:r>
            <a:endParaRPr sz="1100">
              <a:solidFill>
                <a:schemeClr val="dk1"/>
              </a:solidFill>
              <a:latin typeface="Courier New"/>
              <a:ea typeface="Courier New"/>
              <a:cs typeface="Courier New"/>
              <a:sym typeface="Courier New"/>
            </a:endParaRPr>
          </a:p>
        </p:txBody>
      </p:sp>
      <p:sp>
        <p:nvSpPr>
          <p:cNvPr id="779" name="Google Shape;779;p82"/>
          <p:cNvSpPr txBox="1"/>
          <p:nvPr/>
        </p:nvSpPr>
        <p:spPr>
          <a:xfrm>
            <a:off x="3789800" y="265850"/>
            <a:ext cx="21867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
                <a:solidFill>
                  <a:schemeClr val="dk1"/>
                </a:solidFill>
                <a:latin typeface="Courier New"/>
                <a:ea typeface="Courier New"/>
                <a:cs typeface="Courier New"/>
                <a:sym typeface="Courier New"/>
              </a:rPr>
              <a:t>"raw_text": "Villa had shown some promise between the interval and Konsa’s red card, though it was a largely underwhelming display from Unai Emery’s team, who did not have a single shot in the first half.\nComing away with a share of the points at least showed Villa’s resilience, while Newcastle may wonder what might have been had Isak been available.\nElanga could have got off to the ideal start in a Newcastle shirt when he raced through in the third minute, but Villa goalkeeper Marco Bizot – making his Premier League debut in the absence of the suspended Emiliano Martinez – made a fantastic save.\nGordon, filling in up top in place of Isak, headed over Harvey Barnes’ cross soon after, before the England international saw a deflected attempt palmed wide by Bizot.\nIn the second half, Boubacar Kamara headed straight at Nick Pope after being picked out brilliantly by John McGinn, yet Villa soon found themselves up against it.\nElanga threaded a superb ball in behind for Gordon to run on to – Konsa dragged the forward back and referee Craig Pawson showed the first red card of the 2025/26 Premier League season.\nMatty Cash made a superb block from a fierce Barnes volley, while Tino Livramento cushioned a volleyed cross just out of Gordon’s reach as Villa held firm.\nVilla won the corresponding fixture 4-1 last season, in what looked set to be a huge result in the race for Champions League qualification.\nBut it was not to be for Unai Emery's team, who missed out on a place at Europe’s top table on the final day of last season, and they have been unable to strengthen their squad as much as Emery would have liked over the off-season.\nAnd they looked sluggish from the off, sloppily turning over possession and offering little coming forward in the first half.\nThey came to life after the break; Kamara might have done better with his header from McGinn’s right-wing centre, while Ollie Watkins fired at Pope with his only real opening.\nJust as Villa were building up some pressure, though, it became a salvage job when Konsa got the wrong side of Gordon and reacted by hauling the attacker down.\nEmery will at least be pleased with the discipline and determination with which Villa defended from then on, while Bizot was in fine form when called upon, too. Substitute Donyell Malen offered some threat going the other way late on, but it would have very much been a smash-and-grab victory.\nHowever, Emery will want to see a much more well-rounded display from his team when they face Brentford next week.\nDespite the fact they have a UEFA Champions League campaign to look forward to, it has been something of a cruel summer for Newcastle.\nEddie Howe has had to answer plenty of questions over the future of star striker Isak, while he has seen reported targets slip through the club’s grasp, too.\nYet Newcastle demonstrated they still have plenty of quality even without Isak – their fluid front three of Barnes, Gordon and Elanga were extremely effective. However, the lack of an out-and-out striker was also evident.\nOn his competitive debut for Newcastle, Elanga could have broken the deadlock. That chance was followed up by a penalty appeal, as Barnes went down, but there was nothing doing for the officials.\nGordon, too, squandered a couple of chances, and it is not difficult to imagine these kinds of opportunities having been put away by Isak, if he had featured.\nJust what happens now with Isak remains to be seen, but in the meantime, Howe will hope for more incomings. Jacob Ramsey is reportedly set to join from Villa in the coming days, though his arrival will not resolve the striker situation.\nNewcastle’s first home game of the new campaign is against Liverpool on 25 August – an encounter that promises to be feisty.\nNewcastle have failed to win any of their last six Premier League games without Isak (D4 L2), failing to score in each of their last four, despite having 75 shots (9.4xG) across those six matches.\nVilla are unbeaten in their last 19 home matches in the Premier League (W11 D8), the Villans’ longest ever run on home soil in the competition.\nNewcastle are winless in their last four away Premier League games (D2 L2), their longest streak in the competition since a run of seven between October 2023-January 2024. They’ve also failed to score in four of their last eight away league games, as many occasions as in their previous 25.\nVilla failed to have a single shot in the first half of a Premier League game for the first time since March 2022 v Arsenal, ending a 123-game run of managing a shot in the opening half in the league.\nAston Villa report | Newcastle report",</a:t>
            </a:r>
            <a:endParaRPr sz="400">
              <a:solidFill>
                <a:schemeClr val="dk1"/>
              </a:solidFill>
              <a:latin typeface="Courier New"/>
              <a:ea typeface="Courier New"/>
              <a:cs typeface="Courier New"/>
              <a:sym typeface="Courier New"/>
            </a:endParaRPr>
          </a:p>
        </p:txBody>
      </p:sp>
      <p:cxnSp>
        <p:nvCxnSpPr>
          <p:cNvPr id="780" name="Google Shape;780;p82"/>
          <p:cNvCxnSpPr>
            <a:stCxn id="779" idx="3"/>
            <a:endCxn id="778" idx="1"/>
          </p:cNvCxnSpPr>
          <p:nvPr/>
        </p:nvCxnSpPr>
        <p:spPr>
          <a:xfrm>
            <a:off x="5976500" y="2667050"/>
            <a:ext cx="3540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86" name="Google Shape;786;p83"/>
          <p:cNvSpPr txBox="1"/>
          <p:nvPr>
            <p:ph idx="2"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sp>
        <p:nvSpPr>
          <p:cNvPr id="787" name="Google Shape;787;p83"/>
          <p:cNvSpPr txBox="1"/>
          <p:nvPr/>
        </p:nvSpPr>
        <p:spPr>
          <a:xfrm>
            <a:off x="516437" y="744789"/>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Defining the Problem</a:t>
            </a:r>
            <a:endParaRPr b="1" sz="3650">
              <a:solidFill>
                <a:schemeClr val="accent2"/>
              </a:solidFill>
              <a:latin typeface="Merriweather"/>
              <a:ea typeface="Merriweather"/>
              <a:cs typeface="Merriweather"/>
              <a:sym typeface="Merriweather"/>
            </a:endParaRPr>
          </a:p>
        </p:txBody>
      </p:sp>
      <p:sp>
        <p:nvSpPr>
          <p:cNvPr id="788" name="Google Shape;788;p83"/>
          <p:cNvSpPr txBox="1"/>
          <p:nvPr/>
        </p:nvSpPr>
        <p:spPr>
          <a:xfrm>
            <a:off x="516437" y="1584311"/>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Data Collection</a:t>
            </a:r>
            <a:endParaRPr b="1" sz="3650">
              <a:solidFill>
                <a:schemeClr val="accent2"/>
              </a:solidFill>
              <a:latin typeface="Merriweather"/>
              <a:ea typeface="Merriweather"/>
              <a:cs typeface="Merriweather"/>
              <a:sym typeface="Merriweather"/>
            </a:endParaRPr>
          </a:p>
        </p:txBody>
      </p:sp>
      <p:sp>
        <p:nvSpPr>
          <p:cNvPr id="789" name="Google Shape;789;p83"/>
          <p:cNvSpPr txBox="1"/>
          <p:nvPr/>
        </p:nvSpPr>
        <p:spPr>
          <a:xfrm>
            <a:off x="516437" y="2423794"/>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Event Extraction</a:t>
            </a:r>
            <a:endParaRPr b="1" sz="3650">
              <a:solidFill>
                <a:schemeClr val="accent2"/>
              </a:solidFill>
              <a:latin typeface="Merriweather"/>
              <a:ea typeface="Merriweather"/>
              <a:cs typeface="Merriweather"/>
              <a:sym typeface="Merriweather"/>
            </a:endParaRPr>
          </a:p>
        </p:txBody>
      </p:sp>
      <p:sp>
        <p:nvSpPr>
          <p:cNvPr id="790" name="Google Shape;790;p83"/>
          <p:cNvSpPr txBox="1"/>
          <p:nvPr/>
        </p:nvSpPr>
        <p:spPr>
          <a:xfrm>
            <a:off x="516437" y="3256495"/>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accent2"/>
                </a:solidFill>
                <a:latin typeface="Merriweather"/>
                <a:ea typeface="Merriweather"/>
                <a:cs typeface="Merriweather"/>
                <a:sym typeface="Merriweather"/>
              </a:rPr>
              <a:t>Summarization</a:t>
            </a:r>
            <a:endParaRPr b="1" sz="3650">
              <a:solidFill>
                <a:schemeClr val="accent2"/>
              </a:solidFill>
              <a:latin typeface="Merriweather"/>
              <a:ea typeface="Merriweather"/>
              <a:cs typeface="Merriweather"/>
              <a:sym typeface="Merriweather"/>
            </a:endParaRPr>
          </a:p>
        </p:txBody>
      </p:sp>
      <p:sp>
        <p:nvSpPr>
          <p:cNvPr id="791" name="Google Shape;791;p83"/>
          <p:cNvSpPr txBox="1"/>
          <p:nvPr/>
        </p:nvSpPr>
        <p:spPr>
          <a:xfrm>
            <a:off x="516437" y="4102806"/>
            <a:ext cx="7043700" cy="49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3650">
                <a:solidFill>
                  <a:schemeClr val="dk1"/>
                </a:solidFill>
                <a:latin typeface="Merriweather"/>
                <a:ea typeface="Merriweather"/>
                <a:cs typeface="Merriweather"/>
                <a:sym typeface="Merriweather"/>
              </a:rPr>
              <a:t>Drawing a Conclusion</a:t>
            </a:r>
            <a:endParaRPr b="1" sz="3650">
              <a:solidFill>
                <a:schemeClr val="dk1"/>
              </a:solidFill>
              <a:latin typeface="Merriweather"/>
              <a:ea typeface="Merriweather"/>
              <a:cs typeface="Merriweather"/>
              <a:sym typeface="Merriweather"/>
            </a:endParaRPr>
          </a:p>
        </p:txBody>
      </p:sp>
      <p:sp>
        <p:nvSpPr>
          <p:cNvPr id="792" name="Google Shape;792;p83"/>
          <p:cNvSpPr txBox="1"/>
          <p:nvPr/>
        </p:nvSpPr>
        <p:spPr>
          <a:xfrm>
            <a:off x="196954" y="744789"/>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1.</a:t>
            </a:r>
            <a:endParaRPr b="1" sz="1450">
              <a:solidFill>
                <a:schemeClr val="accent2"/>
              </a:solidFill>
              <a:latin typeface="Merriweather"/>
              <a:ea typeface="Merriweather"/>
              <a:cs typeface="Merriweather"/>
              <a:sym typeface="Merriweather"/>
            </a:endParaRPr>
          </a:p>
        </p:txBody>
      </p:sp>
      <p:sp>
        <p:nvSpPr>
          <p:cNvPr id="793" name="Google Shape;793;p83"/>
          <p:cNvSpPr txBox="1"/>
          <p:nvPr/>
        </p:nvSpPr>
        <p:spPr>
          <a:xfrm>
            <a:off x="196954" y="1584311"/>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2.</a:t>
            </a:r>
            <a:endParaRPr b="1" sz="1450">
              <a:solidFill>
                <a:schemeClr val="accent2"/>
              </a:solidFill>
              <a:latin typeface="Merriweather"/>
              <a:ea typeface="Merriweather"/>
              <a:cs typeface="Merriweather"/>
              <a:sym typeface="Merriweather"/>
            </a:endParaRPr>
          </a:p>
        </p:txBody>
      </p:sp>
      <p:sp>
        <p:nvSpPr>
          <p:cNvPr id="794" name="Google Shape;794;p83"/>
          <p:cNvSpPr txBox="1"/>
          <p:nvPr/>
        </p:nvSpPr>
        <p:spPr>
          <a:xfrm>
            <a:off x="196954" y="2423794"/>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3.</a:t>
            </a:r>
            <a:endParaRPr b="1" sz="1450">
              <a:solidFill>
                <a:schemeClr val="accent2"/>
              </a:solidFill>
              <a:latin typeface="Merriweather"/>
              <a:ea typeface="Merriweather"/>
              <a:cs typeface="Merriweather"/>
              <a:sym typeface="Merriweather"/>
            </a:endParaRPr>
          </a:p>
        </p:txBody>
      </p:sp>
      <p:sp>
        <p:nvSpPr>
          <p:cNvPr id="795" name="Google Shape;795;p83"/>
          <p:cNvSpPr txBox="1"/>
          <p:nvPr/>
        </p:nvSpPr>
        <p:spPr>
          <a:xfrm>
            <a:off x="196954" y="3256495"/>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accent2"/>
                </a:solidFill>
                <a:latin typeface="Merriweather"/>
                <a:ea typeface="Merriweather"/>
                <a:cs typeface="Merriweather"/>
                <a:sym typeface="Merriweather"/>
              </a:rPr>
              <a:t>4.</a:t>
            </a:r>
            <a:endParaRPr b="1" sz="1450">
              <a:solidFill>
                <a:schemeClr val="accent2"/>
              </a:solidFill>
              <a:latin typeface="Merriweather"/>
              <a:ea typeface="Merriweather"/>
              <a:cs typeface="Merriweather"/>
              <a:sym typeface="Merriweather"/>
            </a:endParaRPr>
          </a:p>
        </p:txBody>
      </p:sp>
      <p:sp>
        <p:nvSpPr>
          <p:cNvPr id="796" name="Google Shape;796;p83"/>
          <p:cNvSpPr txBox="1"/>
          <p:nvPr/>
        </p:nvSpPr>
        <p:spPr>
          <a:xfrm>
            <a:off x="196954" y="4102806"/>
            <a:ext cx="391800" cy="3498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450">
                <a:solidFill>
                  <a:schemeClr val="dk1"/>
                </a:solidFill>
                <a:latin typeface="Merriweather"/>
                <a:ea typeface="Merriweather"/>
                <a:cs typeface="Merriweather"/>
                <a:sym typeface="Merriweather"/>
              </a:rPr>
              <a:t>5.</a:t>
            </a:r>
            <a:endParaRPr b="1" sz="1450">
              <a:solidFill>
                <a:schemeClr val="dk1"/>
              </a:solidFill>
              <a:latin typeface="Merriweather"/>
              <a:ea typeface="Merriweather"/>
              <a:cs typeface="Merriweather"/>
              <a:sym typeface="Merriweath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84"/>
          <p:cNvSpPr txBox="1"/>
          <p:nvPr>
            <p:ph type="title"/>
          </p:nvPr>
        </p:nvSpPr>
        <p:spPr>
          <a:xfrm>
            <a:off x="197375" y="1052750"/>
            <a:ext cx="3151800" cy="1632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Short-form Soccer Summary Success</a:t>
            </a:r>
            <a:endParaRPr/>
          </a:p>
        </p:txBody>
      </p:sp>
      <p:sp>
        <p:nvSpPr>
          <p:cNvPr id="802" name="Google Shape;802;p84"/>
          <p:cNvSpPr txBox="1"/>
          <p:nvPr>
            <p:ph idx="1" type="body"/>
          </p:nvPr>
        </p:nvSpPr>
        <p:spPr>
          <a:xfrm>
            <a:off x="197375" y="2685650"/>
            <a:ext cx="3361800" cy="182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than just the scoreboard, but much more </a:t>
            </a:r>
            <a:r>
              <a:rPr lang="en"/>
              <a:t>digestible</a:t>
            </a:r>
            <a:r>
              <a:rPr lang="en"/>
              <a:t> than a whole report</a:t>
            </a:r>
            <a:endParaRPr/>
          </a:p>
          <a:p>
            <a:pPr indent="0" lvl="0" marL="0" rtl="0" algn="l">
              <a:spcBef>
                <a:spcPts val="1200"/>
              </a:spcBef>
              <a:spcAft>
                <a:spcPts val="0"/>
              </a:spcAft>
              <a:buNone/>
            </a:pPr>
            <a:r>
              <a:rPr lang="en"/>
              <a:t>Transition to other countries and languages (Wang, J)</a:t>
            </a:r>
            <a:endParaRPr/>
          </a:p>
          <a:p>
            <a:pPr indent="0" lvl="0" marL="0" rtl="0" algn="l">
              <a:spcBef>
                <a:spcPts val="1200"/>
              </a:spcBef>
              <a:spcAft>
                <a:spcPts val="1200"/>
              </a:spcAft>
              <a:buNone/>
            </a:pPr>
            <a:r>
              <a:rPr lang="en"/>
              <a:t>Other sports (theanirudhvyas)</a:t>
            </a:r>
            <a:endParaRPr/>
          </a:p>
        </p:txBody>
      </p:sp>
      <p:sp>
        <p:nvSpPr>
          <p:cNvPr id="803" name="Google Shape;803;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04" name="Google Shape;804;p84"/>
          <p:cNvSpPr txBox="1"/>
          <p:nvPr>
            <p:ph idx="4"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sp>
        <p:nvSpPr>
          <p:cNvPr id="805" name="Google Shape;805;p84"/>
          <p:cNvSpPr txBox="1"/>
          <p:nvPr/>
        </p:nvSpPr>
        <p:spPr>
          <a:xfrm>
            <a:off x="4163125" y="2487250"/>
            <a:ext cx="34476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"West Ham were unable to deal with crosses in the first half. They almost fell further behind just over a minute after half-time. They were back in it through the indispensable Bowen, but it was ultimately not enough. The Eagles were boosted by the return of Adam Wharton, who had been missing for the past three weeks through injury. The hosts had been impressive in defence before conceding. "</a:t>
            </a:r>
            <a:endParaRPr sz="1000">
              <a:solidFill>
                <a:schemeClr val="dk1"/>
              </a:solidFill>
            </a:endParaRPr>
          </a:p>
        </p:txBody>
      </p:sp>
      <p:pic>
        <p:nvPicPr>
          <p:cNvPr id="806" name="Google Shape;806;p84"/>
          <p:cNvPicPr preferRelativeResize="0"/>
          <p:nvPr/>
        </p:nvPicPr>
        <p:blipFill rotWithShape="1">
          <a:blip r:embed="rId3">
            <a:alphaModFix/>
          </a:blip>
          <a:srcRect b="0" l="0" r="0" t="4598"/>
          <a:stretch/>
        </p:blipFill>
        <p:spPr>
          <a:xfrm>
            <a:off x="4235850" y="1593500"/>
            <a:ext cx="3222975" cy="858175"/>
          </a:xfrm>
          <a:prstGeom prst="rect">
            <a:avLst/>
          </a:prstGeom>
          <a:noFill/>
          <a:ln>
            <a:noFill/>
          </a:ln>
        </p:spPr>
      </p:pic>
      <p:sp>
        <p:nvSpPr>
          <p:cNvPr id="807" name="Google Shape;807;p84"/>
          <p:cNvSpPr txBox="1"/>
          <p:nvPr/>
        </p:nvSpPr>
        <p:spPr>
          <a:xfrm>
            <a:off x="6146625" y="1292638"/>
            <a:ext cx="1312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800" u="sng">
                <a:solidFill>
                  <a:schemeClr val="hlink"/>
                </a:solidFill>
                <a:hlinkClick r:id="rId4"/>
              </a:rPr>
              <a:t>Google.com</a:t>
            </a:r>
            <a:r>
              <a:rPr lang="en" sz="800"/>
              <a:t> </a:t>
            </a:r>
            <a:endParaRPr sz="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85"/>
          <p:cNvSpPr txBox="1"/>
          <p:nvPr>
            <p:ph idx="2" type="body"/>
          </p:nvPr>
        </p:nvSpPr>
        <p:spPr>
          <a:xfrm>
            <a:off x="232100" y="583500"/>
            <a:ext cx="6830400" cy="2682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sz="2400"/>
              <a:t>Reference List</a:t>
            </a:r>
            <a:endParaRPr sz="2400"/>
          </a:p>
        </p:txBody>
      </p:sp>
      <p:sp>
        <p:nvSpPr>
          <p:cNvPr id="813" name="Google Shape;813;p85"/>
          <p:cNvSpPr txBox="1"/>
          <p:nvPr>
            <p:ph idx="5" type="body"/>
          </p:nvPr>
        </p:nvSpPr>
        <p:spPr>
          <a:xfrm>
            <a:off x="232100" y="1113150"/>
            <a:ext cx="8071500" cy="3617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1100">
                <a:solidFill>
                  <a:schemeClr val="hlink"/>
                </a:solidFill>
                <a:latin typeface="Arial"/>
                <a:ea typeface="Arial"/>
                <a:cs typeface="Arial"/>
                <a:sym typeface="Arial"/>
              </a:rPr>
              <a:t>Premier League. (2025). Fixtures &amp; matches. Retrieved from</a:t>
            </a:r>
            <a:r>
              <a:rPr lang="en" sz="1100">
                <a:solidFill>
                  <a:schemeClr val="hlink"/>
                </a:solidFill>
                <a:uFill>
                  <a:noFill/>
                </a:uFill>
                <a:latin typeface="Arial"/>
                <a:ea typeface="Arial"/>
                <a:cs typeface="Arial"/>
                <a:sym typeface="Arial"/>
                <a:hlinkClick r:id="rId3"/>
              </a:rPr>
              <a:t> </a:t>
            </a:r>
            <a:r>
              <a:rPr lang="en" sz="1100" u="sng">
                <a:solidFill>
                  <a:schemeClr val="hlink"/>
                </a:solidFill>
                <a:latin typeface="Arial"/>
                <a:ea typeface="Arial"/>
                <a:cs typeface="Arial"/>
                <a:sym typeface="Arial"/>
                <a:hlinkClick r:id="rId4"/>
              </a:rPr>
              <a:t>https://www.premierleague.com/en/matches</a:t>
            </a:r>
            <a:endParaRPr sz="1100">
              <a:solidFill>
                <a:schemeClr val="hlink"/>
              </a:solidFill>
              <a:latin typeface="Arial"/>
              <a:ea typeface="Arial"/>
              <a:cs typeface="Arial"/>
              <a:sym typeface="Arial"/>
            </a:endParaRPr>
          </a:p>
          <a:p>
            <a:pPr indent="0" lvl="0" marL="0" rtl="0" algn="l">
              <a:spcBef>
                <a:spcPts val="1200"/>
              </a:spcBef>
              <a:spcAft>
                <a:spcPts val="0"/>
              </a:spcAft>
              <a:buNone/>
            </a:pPr>
            <a:r>
              <a:rPr lang="en" sz="1100">
                <a:solidFill>
                  <a:schemeClr val="hlink"/>
                </a:solidFill>
                <a:latin typeface="Arial"/>
                <a:ea typeface="Arial"/>
                <a:cs typeface="Arial"/>
                <a:sym typeface="Arial"/>
              </a:rPr>
              <a:t>Slide 4:</a:t>
            </a:r>
            <a:endParaRPr sz="1100">
              <a:solidFill>
                <a:schemeClr val="hlink"/>
              </a:solidFill>
              <a:latin typeface="Arial"/>
              <a:ea typeface="Arial"/>
              <a:cs typeface="Arial"/>
              <a:sym typeface="Arial"/>
            </a:endParaRPr>
          </a:p>
          <a:p>
            <a:pPr indent="0" lvl="0" marL="0" rtl="0" algn="l">
              <a:spcBef>
                <a:spcPts val="1200"/>
              </a:spcBef>
              <a:spcAft>
                <a:spcPts val="0"/>
              </a:spcAft>
              <a:buNone/>
            </a:pPr>
            <a:r>
              <a:rPr lang="en" sz="1100">
                <a:solidFill>
                  <a:schemeClr val="hlink"/>
                </a:solidFill>
                <a:latin typeface="Arial"/>
                <a:ea typeface="Arial"/>
                <a:cs typeface="Arial"/>
                <a:sym typeface="Arial"/>
              </a:rPr>
              <a:t>Zhang, J., Yao, J.-g., &amp; Wan, X. (2016). </a:t>
            </a:r>
            <a:r>
              <a:rPr i="1" lang="en" sz="1100">
                <a:solidFill>
                  <a:schemeClr val="hlink"/>
                </a:solidFill>
                <a:latin typeface="Arial"/>
                <a:ea typeface="Arial"/>
                <a:cs typeface="Arial"/>
                <a:sym typeface="Arial"/>
              </a:rPr>
              <a:t>Towards constructing sports news from live text commentary</a:t>
            </a:r>
            <a:r>
              <a:rPr lang="en" sz="1100">
                <a:solidFill>
                  <a:schemeClr val="hlink"/>
                </a:solidFill>
                <a:latin typeface="Arial"/>
                <a:ea typeface="Arial"/>
                <a:cs typeface="Arial"/>
                <a:sym typeface="Arial"/>
              </a:rPr>
              <a:t>. In </a:t>
            </a:r>
            <a:r>
              <a:rPr i="1" lang="en" sz="1100">
                <a:solidFill>
                  <a:schemeClr val="hlink"/>
                </a:solidFill>
                <a:latin typeface="Arial"/>
                <a:ea typeface="Arial"/>
                <a:cs typeface="Arial"/>
                <a:sym typeface="Arial"/>
              </a:rPr>
              <a:t>Proceedings of the 54th Annual Meeting of the Association for Computational Linguistics</a:t>
            </a:r>
            <a:r>
              <a:rPr lang="en" sz="1100">
                <a:solidFill>
                  <a:schemeClr val="hlink"/>
                </a:solidFill>
                <a:latin typeface="Arial"/>
                <a:ea typeface="Arial"/>
                <a:cs typeface="Arial"/>
                <a:sym typeface="Arial"/>
              </a:rPr>
              <a:t> (pp. 1361–1371). Association for Computational Linguistics.</a:t>
            </a:r>
            <a:r>
              <a:rPr lang="en" sz="1100">
                <a:solidFill>
                  <a:schemeClr val="hlink"/>
                </a:solidFill>
                <a:uFill>
                  <a:noFill/>
                </a:uFill>
                <a:latin typeface="Arial"/>
                <a:ea typeface="Arial"/>
                <a:cs typeface="Arial"/>
                <a:sym typeface="Arial"/>
                <a:hlinkClick r:id="rId5"/>
              </a:rPr>
              <a:t> </a:t>
            </a:r>
            <a:r>
              <a:rPr lang="en" sz="1100" u="sng">
                <a:solidFill>
                  <a:schemeClr val="hlink"/>
                </a:solidFill>
                <a:latin typeface="Arial"/>
                <a:ea typeface="Arial"/>
                <a:cs typeface="Arial"/>
                <a:sym typeface="Arial"/>
                <a:hlinkClick r:id="rId6"/>
              </a:rPr>
              <a:t>https://aclanthology.org/P16-1129.pdf</a:t>
            </a:r>
            <a:endParaRPr sz="1100">
              <a:solidFill>
                <a:schemeClr val="hlink"/>
              </a:solidFill>
              <a:latin typeface="Arial"/>
              <a:ea typeface="Arial"/>
              <a:cs typeface="Arial"/>
              <a:sym typeface="Arial"/>
            </a:endParaRPr>
          </a:p>
          <a:p>
            <a:pPr indent="0" lvl="0" marL="0" rtl="0" algn="l">
              <a:spcBef>
                <a:spcPts val="1200"/>
              </a:spcBef>
              <a:spcAft>
                <a:spcPts val="0"/>
              </a:spcAft>
              <a:buNone/>
            </a:pPr>
            <a:r>
              <a:rPr lang="en" sz="1100">
                <a:solidFill>
                  <a:schemeClr val="hlink"/>
                </a:solidFill>
                <a:latin typeface="Arial"/>
                <a:ea typeface="Arial"/>
                <a:cs typeface="Arial"/>
                <a:sym typeface="Arial"/>
              </a:rPr>
              <a:t>theanirudhvyas. (Year). </a:t>
            </a:r>
            <a:r>
              <a:rPr i="1" lang="en" sz="1100">
                <a:solidFill>
                  <a:schemeClr val="hlink"/>
                </a:solidFill>
                <a:latin typeface="Arial"/>
                <a:ea typeface="Arial"/>
                <a:cs typeface="Arial"/>
                <a:sym typeface="Arial"/>
              </a:rPr>
              <a:t>Sports-Commentary-Summarization</a:t>
            </a:r>
            <a:r>
              <a:rPr lang="en" sz="1100">
                <a:solidFill>
                  <a:schemeClr val="hlink"/>
                </a:solidFill>
                <a:latin typeface="Arial"/>
                <a:ea typeface="Arial"/>
                <a:cs typeface="Arial"/>
                <a:sym typeface="Arial"/>
              </a:rPr>
              <a:t> [Computer software]. GitHub.</a:t>
            </a:r>
            <a:r>
              <a:rPr lang="en" sz="1100">
                <a:solidFill>
                  <a:schemeClr val="hlink"/>
                </a:solidFill>
                <a:uFill>
                  <a:noFill/>
                </a:uFill>
                <a:latin typeface="Arial"/>
                <a:ea typeface="Arial"/>
                <a:cs typeface="Arial"/>
                <a:sym typeface="Arial"/>
                <a:hlinkClick r:id="rId7"/>
              </a:rPr>
              <a:t> </a:t>
            </a:r>
            <a:r>
              <a:rPr lang="en" sz="1100" u="sng">
                <a:solidFill>
                  <a:schemeClr val="hlink"/>
                </a:solidFill>
                <a:latin typeface="Arial"/>
                <a:ea typeface="Arial"/>
                <a:cs typeface="Arial"/>
                <a:sym typeface="Arial"/>
                <a:hlinkClick r:id="rId8"/>
              </a:rPr>
              <a:t>https://github.com/theanirudhvyas/Sports-Commentary-Summarization</a:t>
            </a:r>
            <a:endParaRPr sz="1100">
              <a:solidFill>
                <a:schemeClr val="hlink"/>
              </a:solidFill>
              <a:latin typeface="Arial"/>
              <a:ea typeface="Arial"/>
              <a:cs typeface="Arial"/>
              <a:sym typeface="Arial"/>
            </a:endParaRPr>
          </a:p>
          <a:p>
            <a:pPr indent="0" lvl="0" marL="0" rtl="0" algn="l">
              <a:spcBef>
                <a:spcPts val="1200"/>
              </a:spcBef>
              <a:spcAft>
                <a:spcPts val="0"/>
              </a:spcAft>
              <a:buNone/>
            </a:pPr>
            <a:br>
              <a:rPr lang="en" sz="1100">
                <a:solidFill>
                  <a:schemeClr val="hlink"/>
                </a:solidFill>
                <a:latin typeface="Arial"/>
                <a:ea typeface="Arial"/>
                <a:cs typeface="Arial"/>
                <a:sym typeface="Arial"/>
              </a:rPr>
            </a:br>
            <a:r>
              <a:rPr lang="en" sz="1100">
                <a:solidFill>
                  <a:schemeClr val="hlink"/>
                </a:solidFill>
                <a:latin typeface="Arial"/>
                <a:ea typeface="Arial"/>
                <a:cs typeface="Arial"/>
                <a:sym typeface="Arial"/>
              </a:rPr>
              <a:t>American Psychological Association. (2023, February). </a:t>
            </a:r>
            <a:r>
              <a:rPr i="1" lang="en" sz="1100">
                <a:solidFill>
                  <a:schemeClr val="hlink"/>
                </a:solidFill>
                <a:latin typeface="Arial"/>
                <a:ea typeface="Arial"/>
                <a:cs typeface="Arial"/>
                <a:sym typeface="Arial"/>
              </a:rPr>
              <a:t>Why our attention spans are shrinking, with Gloria Mark, PhD</a:t>
            </a:r>
            <a:r>
              <a:rPr lang="en" sz="1100">
                <a:solidFill>
                  <a:schemeClr val="hlink"/>
                </a:solidFill>
                <a:latin typeface="Arial"/>
                <a:ea typeface="Arial"/>
                <a:cs typeface="Arial"/>
                <a:sym typeface="Arial"/>
              </a:rPr>
              <a:t> [Podcast episode]. In </a:t>
            </a:r>
            <a:r>
              <a:rPr i="1" lang="en" sz="1100">
                <a:solidFill>
                  <a:schemeClr val="hlink"/>
                </a:solidFill>
                <a:latin typeface="Arial"/>
                <a:ea typeface="Arial"/>
                <a:cs typeface="Arial"/>
                <a:sym typeface="Arial"/>
              </a:rPr>
              <a:t>Speaking of Psychology</a:t>
            </a:r>
            <a:r>
              <a:rPr lang="en" sz="1100">
                <a:solidFill>
                  <a:schemeClr val="hlink"/>
                </a:solidFill>
                <a:latin typeface="Arial"/>
                <a:ea typeface="Arial"/>
                <a:cs typeface="Arial"/>
                <a:sym typeface="Arial"/>
              </a:rPr>
              <a:t>.</a:t>
            </a:r>
            <a:r>
              <a:rPr lang="en" sz="1100">
                <a:solidFill>
                  <a:schemeClr val="hlink"/>
                </a:solidFill>
                <a:uFill>
                  <a:noFill/>
                </a:uFill>
                <a:latin typeface="Arial"/>
                <a:ea typeface="Arial"/>
                <a:cs typeface="Arial"/>
                <a:sym typeface="Arial"/>
                <a:hlinkClick r:id="rId9"/>
              </a:rPr>
              <a:t> </a:t>
            </a:r>
            <a:r>
              <a:rPr lang="en" sz="1100" u="sng">
                <a:solidFill>
                  <a:schemeClr val="hlink"/>
                </a:solidFill>
                <a:latin typeface="Arial"/>
                <a:ea typeface="Arial"/>
                <a:cs typeface="Arial"/>
                <a:sym typeface="Arial"/>
                <a:hlinkClick r:id="rId10"/>
              </a:rPr>
              <a:t>https://www.apa.org/news/podcasts/speaking-of-psychology/attention-spans</a:t>
            </a:r>
            <a:endParaRPr/>
          </a:p>
          <a:p>
            <a:pPr indent="0" lvl="0" marL="0" rtl="0" algn="l">
              <a:spcBef>
                <a:spcPts val="1200"/>
              </a:spcBef>
              <a:spcAft>
                <a:spcPts val="0"/>
              </a:spcAft>
              <a:buNone/>
            </a:pPr>
            <a:r>
              <a:rPr lang="en" sz="1100">
                <a:solidFill>
                  <a:schemeClr val="hlink"/>
                </a:solidFill>
                <a:latin typeface="Arial"/>
                <a:ea typeface="Arial"/>
                <a:cs typeface="Arial"/>
                <a:sym typeface="Arial"/>
              </a:rPr>
              <a:t>Slide 13</a:t>
            </a:r>
            <a:endParaRPr sz="1100">
              <a:solidFill>
                <a:schemeClr val="hlink"/>
              </a:solidFill>
              <a:latin typeface="Arial"/>
              <a:ea typeface="Arial"/>
              <a:cs typeface="Arial"/>
              <a:sym typeface="Arial"/>
            </a:endParaRPr>
          </a:p>
          <a:p>
            <a:pPr indent="0" lvl="0" marL="0" rtl="0" algn="l">
              <a:spcBef>
                <a:spcPts val="1200"/>
              </a:spcBef>
              <a:spcAft>
                <a:spcPts val="0"/>
              </a:spcAft>
              <a:buNone/>
            </a:pPr>
            <a:r>
              <a:rPr lang="en" sz="1100">
                <a:solidFill>
                  <a:schemeClr val="hlink"/>
                </a:solidFill>
                <a:latin typeface="Arial"/>
                <a:ea typeface="Arial"/>
                <a:cs typeface="Arial"/>
                <a:sym typeface="Arial"/>
              </a:rPr>
              <a:t>Wang, J., Li, Z., Zhang, T., Zheng, D., Qu, J., Liu, A., Zhao, L., &amp; Chen, Z. (2021). </a:t>
            </a:r>
            <a:r>
              <a:rPr i="1" lang="en" sz="1100">
                <a:solidFill>
                  <a:schemeClr val="hlink"/>
                </a:solidFill>
                <a:latin typeface="Arial"/>
                <a:ea typeface="Arial"/>
                <a:cs typeface="Arial"/>
                <a:sym typeface="Arial"/>
              </a:rPr>
              <a:t>Knowledge Enhanced Sports Game Summarization</a:t>
            </a:r>
            <a:r>
              <a:rPr lang="en" sz="1100">
                <a:solidFill>
                  <a:schemeClr val="hlink"/>
                </a:solidFill>
                <a:latin typeface="Arial"/>
                <a:ea typeface="Arial"/>
                <a:cs typeface="Arial"/>
                <a:sym typeface="Arial"/>
              </a:rPr>
              <a:t>. arXiv.</a:t>
            </a:r>
            <a:r>
              <a:rPr lang="en" sz="1100">
                <a:solidFill>
                  <a:schemeClr val="hlink"/>
                </a:solidFill>
                <a:uFill>
                  <a:noFill/>
                </a:uFill>
                <a:latin typeface="Arial"/>
                <a:ea typeface="Arial"/>
                <a:cs typeface="Arial"/>
                <a:sym typeface="Arial"/>
                <a:hlinkClick r:id="rId11"/>
              </a:rPr>
              <a:t> </a:t>
            </a:r>
            <a:r>
              <a:rPr lang="en" sz="1100" u="sng">
                <a:solidFill>
                  <a:schemeClr val="hlink"/>
                </a:solidFill>
                <a:latin typeface="Arial"/>
                <a:ea typeface="Arial"/>
                <a:cs typeface="Arial"/>
                <a:sym typeface="Arial"/>
                <a:hlinkClick r:id="rId12"/>
              </a:rPr>
              <a:t>https://arxiv.org/pdf/2111.12535</a:t>
            </a:r>
            <a:endParaRPr/>
          </a:p>
          <a:p>
            <a:pPr indent="0" lvl="0" marL="0" rtl="0" algn="l">
              <a:spcBef>
                <a:spcPts val="1200"/>
              </a:spcBef>
              <a:spcAft>
                <a:spcPts val="1200"/>
              </a:spcAft>
              <a:buNone/>
            </a:pPr>
            <a:r>
              <a:t/>
            </a:r>
            <a:endParaRPr/>
          </a:p>
        </p:txBody>
      </p:sp>
      <p:sp>
        <p:nvSpPr>
          <p:cNvPr id="814" name="Google Shape;814;p85"/>
          <p:cNvSpPr txBox="1"/>
          <p:nvPr>
            <p:ph idx="31" type="body"/>
          </p:nvPr>
        </p:nvSpPr>
        <p:spPr>
          <a:xfrm>
            <a:off x="196951" y="196725"/>
            <a:ext cx="18606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Appendix</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20" name="Google Shape;820;p86"/>
          <p:cNvSpPr txBox="1"/>
          <p:nvPr>
            <p:ph idx="1" type="subTitle"/>
          </p:nvPr>
        </p:nvSpPr>
        <p:spPr>
          <a:xfrm>
            <a:off x="975300" y="1864050"/>
            <a:ext cx="7193400" cy="592500"/>
          </a:xfrm>
          <a:prstGeom prst="rect">
            <a:avLst/>
          </a:prstGeom>
        </p:spPr>
        <p:txBody>
          <a:bodyPr anchorCtr="0" anchor="ctr" bIns="91425" lIns="91425" spcFirstLastPara="1" rIns="91425" wrap="square" tIns="91425">
            <a:spAutoFit/>
          </a:bodyPr>
          <a:lstStyle/>
          <a:p>
            <a:pPr indent="0" lvl="0" marL="0" rtl="0" algn="ctr">
              <a:spcBef>
                <a:spcPts val="0"/>
              </a:spcBef>
              <a:spcAft>
                <a:spcPts val="1200"/>
              </a:spcAft>
              <a:buNone/>
            </a:pPr>
            <a:r>
              <a:rPr lang="en"/>
              <a:t>Questions?</a:t>
            </a:r>
            <a:endParaRPr/>
          </a:p>
        </p:txBody>
      </p:sp>
      <p:sp>
        <p:nvSpPr>
          <p:cNvPr id="821" name="Google Shape;821;p86"/>
          <p:cNvSpPr txBox="1"/>
          <p:nvPr>
            <p:ph idx="2" type="body"/>
          </p:nvPr>
        </p:nvSpPr>
        <p:spPr>
          <a:xfrm>
            <a:off x="196951" y="196725"/>
            <a:ext cx="1859100" cy="209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en"/>
              <a:t>Defining the Problem</a:t>
            </a:r>
            <a:endParaRPr/>
          </a:p>
        </p:txBody>
      </p:sp>
      <p:sp>
        <p:nvSpPr>
          <p:cNvPr id="822" name="Google Shape;822;p86"/>
          <p:cNvSpPr txBox="1"/>
          <p:nvPr>
            <p:ph idx="3" type="body"/>
          </p:nvPr>
        </p:nvSpPr>
        <p:spPr>
          <a:xfrm>
            <a:off x="7087526" y="196725"/>
            <a:ext cx="1933500" cy="209100"/>
          </a:xfrm>
          <a:prstGeom prst="rect">
            <a:avLst/>
          </a:prstGeom>
        </p:spPr>
        <p:txBody>
          <a:bodyPr anchorCtr="0" anchor="ctr" bIns="91425" lIns="91425" spcFirstLastPara="1" rIns="91425" wrap="square" tIns="91425">
            <a:noAutofit/>
          </a:bodyPr>
          <a:lstStyle/>
          <a:p>
            <a:pPr indent="0" lvl="0" marL="0" rtl="0" algn="r">
              <a:spcBef>
                <a:spcPts val="0"/>
              </a:spcBef>
              <a:spcAft>
                <a:spcPts val="1200"/>
              </a:spcAft>
              <a:buNone/>
            </a:pPr>
            <a:r>
              <a:rPr lang="en"/>
              <a:t>EPL Summarizer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